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8" r:id="rId12"/>
    <p:sldId id="270" r:id="rId13"/>
    <p:sldId id="269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5" r:id="rId28"/>
    <p:sldId id="284" r:id="rId29"/>
    <p:sldId id="286" r:id="rId30"/>
    <p:sldId id="287" r:id="rId31"/>
    <p:sldId id="288" r:id="rId32"/>
    <p:sldId id="289" r:id="rId33"/>
    <p:sldId id="290" r:id="rId34"/>
    <p:sldId id="265" r:id="rId35"/>
  </p:sldIdLst>
  <p:sldSz cx="18288000" cy="10287000"/>
  <p:notesSz cx="6858000" cy="9144000"/>
  <p:embeddedFontLst>
    <p:embeddedFont>
      <p:font typeface="Algerian" panose="04020705040A02060702" pitchFamily="82" charset="0"/>
      <p:regular r:id="rId36"/>
    </p:embeddedFont>
    <p:embeddedFont>
      <p:font typeface="Bell MT" panose="02020503060305020303" pitchFamily="18" charset="0"/>
      <p:regular r:id="rId37"/>
      <p:bold r:id="rId38"/>
      <p:italic r:id="rId39"/>
    </p:embeddedFont>
    <p:embeddedFont>
      <p:font typeface="Bookman Old Style" panose="02050604050505020204" pitchFamily="18" charset="0"/>
      <p:regular r:id="rId40"/>
      <p:bold r:id="rId41"/>
      <p:italic r:id="rId42"/>
      <p:boldItalic r:id="rId43"/>
    </p:embeddedFont>
    <p:embeddedFont>
      <p:font typeface="Calibri" panose="020F0502020204030204" pitchFamily="34" charset="0"/>
      <p:regular r:id="rId44"/>
      <p:bold r:id="rId45"/>
      <p:italic r:id="rId46"/>
      <p:boldItalic r:id="rId47"/>
    </p:embeddedFont>
    <p:embeddedFont>
      <p:font typeface="Century Gothic Paneuropean" panose="020B0604020202020204" charset="0"/>
      <p:regular r:id="rId48"/>
    </p:embeddedFont>
    <p:embeddedFont>
      <p:font typeface="Century Gothic Paneuropean Bold" panose="020B0604020202020204" charset="0"/>
      <p:regular r:id="rId49"/>
    </p:embeddedFont>
    <p:embeddedFont>
      <p:font typeface="Cooper Black" panose="0208090404030B020404" pitchFamily="18" charset="0"/>
      <p:regular r:id="rId50"/>
    </p:embeddedFont>
    <p:embeddedFont>
      <p:font typeface="Ink Free" panose="03080402000500000000" pitchFamily="66" charset="0"/>
      <p:regular r:id="rId5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93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font" Target="fonts/font15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font" Target="fonts/font1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font" Target="fonts/font6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font" Target="fonts/font1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h patel" userId="436be1530491d192" providerId="LiveId" clId="{4C92133A-A3D0-4953-8C7C-D677EA0B2586}"/>
    <pc:docChg chg="undo custSel addSld delSld modSld sldOrd">
      <pc:chgData name="rosh patel" userId="436be1530491d192" providerId="LiveId" clId="{4C92133A-A3D0-4953-8C7C-D677EA0B2586}" dt="2026-01-01T17:29:42.250" v="1571" actId="1076"/>
      <pc:docMkLst>
        <pc:docMk/>
      </pc:docMkLst>
      <pc:sldChg chg="addSp delSp modSp mod">
        <pc:chgData name="rosh patel" userId="436be1530491d192" providerId="LiveId" clId="{4C92133A-A3D0-4953-8C7C-D677EA0B2586}" dt="2025-12-16T04:50:35.058" v="570" actId="1076"/>
        <pc:sldMkLst>
          <pc:docMk/>
          <pc:sldMk cId="0" sldId="256"/>
        </pc:sldMkLst>
        <pc:spChg chg="mod">
          <ac:chgData name="rosh patel" userId="436be1530491d192" providerId="LiveId" clId="{4C92133A-A3D0-4953-8C7C-D677EA0B2586}" dt="2025-12-16T04:50:35.058" v="570" actId="1076"/>
          <ac:spMkLst>
            <pc:docMk/>
            <pc:sldMk cId="0" sldId="256"/>
            <ac:spMk id="3" creationId="{00000000-0000-0000-0000-000000000000}"/>
          </ac:spMkLst>
        </pc:spChg>
        <pc:picChg chg="add del mod">
          <ac:chgData name="rosh patel" userId="436be1530491d192" providerId="LiveId" clId="{4C92133A-A3D0-4953-8C7C-D677EA0B2586}" dt="2025-12-16T04:49:37.539" v="562" actId="478"/>
          <ac:picMkLst>
            <pc:docMk/>
            <pc:sldMk cId="0" sldId="256"/>
            <ac:picMk id="17" creationId="{0EB18494-1238-4AE9-90F5-6E503F9ABC32}"/>
          </ac:picMkLst>
        </pc:picChg>
        <pc:picChg chg="add del mod">
          <ac:chgData name="rosh patel" userId="436be1530491d192" providerId="LiveId" clId="{4C92133A-A3D0-4953-8C7C-D677EA0B2586}" dt="2025-12-16T04:41:55.932" v="561" actId="478"/>
          <ac:picMkLst>
            <pc:docMk/>
            <pc:sldMk cId="0" sldId="256"/>
            <ac:picMk id="18" creationId="{43E71EF1-399C-4B30-BAC5-03F0A6012DFC}"/>
          </ac:picMkLst>
        </pc:picChg>
        <pc:picChg chg="add mod">
          <ac:chgData name="rosh patel" userId="436be1530491d192" providerId="LiveId" clId="{4C92133A-A3D0-4953-8C7C-D677EA0B2586}" dt="2025-12-16T04:50:21.481" v="569" actId="1076"/>
          <ac:picMkLst>
            <pc:docMk/>
            <pc:sldMk cId="0" sldId="256"/>
            <ac:picMk id="19" creationId="{6BBBCFB2-A487-4C21-B257-E8F6F530E40C}"/>
          </ac:picMkLst>
        </pc:picChg>
      </pc:sldChg>
      <pc:sldChg chg="modSp mod">
        <pc:chgData name="rosh patel" userId="436be1530491d192" providerId="LiveId" clId="{4C92133A-A3D0-4953-8C7C-D677EA0B2586}" dt="2026-01-01T17:28:12.690" v="1532" actId="1076"/>
        <pc:sldMkLst>
          <pc:docMk/>
          <pc:sldMk cId="0" sldId="257"/>
        </pc:sldMkLst>
        <pc:spChg chg="mod">
          <ac:chgData name="rosh patel" userId="436be1530491d192" providerId="LiveId" clId="{4C92133A-A3D0-4953-8C7C-D677EA0B2586}" dt="2026-01-01T17:28:12.690" v="1532" actId="1076"/>
          <ac:spMkLst>
            <pc:docMk/>
            <pc:sldMk cId="0" sldId="257"/>
            <ac:spMk id="8" creationId="{00000000-0000-0000-0000-000000000000}"/>
          </ac:spMkLst>
        </pc:spChg>
      </pc:sldChg>
      <pc:sldChg chg="modSp mod">
        <pc:chgData name="rosh patel" userId="436be1530491d192" providerId="LiveId" clId="{4C92133A-A3D0-4953-8C7C-D677EA0B2586}" dt="2025-12-16T03:26:27.279" v="268" actId="1076"/>
        <pc:sldMkLst>
          <pc:docMk/>
          <pc:sldMk cId="0" sldId="258"/>
        </pc:sldMkLst>
        <pc:picChg chg="mod">
          <ac:chgData name="rosh patel" userId="436be1530491d192" providerId="LiveId" clId="{4C92133A-A3D0-4953-8C7C-D677EA0B2586}" dt="2025-12-16T03:26:27.279" v="268" actId="1076"/>
          <ac:picMkLst>
            <pc:docMk/>
            <pc:sldMk cId="0" sldId="258"/>
            <ac:picMk id="20" creationId="{FD36226B-00F7-4128-35C9-026301C4C0B2}"/>
          </ac:picMkLst>
        </pc:picChg>
      </pc:sldChg>
      <pc:sldChg chg="addSp modSp mod modAnim">
        <pc:chgData name="rosh patel" userId="436be1530491d192" providerId="LiveId" clId="{4C92133A-A3D0-4953-8C7C-D677EA0B2586}" dt="2025-12-16T04:28:09.095" v="481"/>
        <pc:sldMkLst>
          <pc:docMk/>
          <pc:sldMk cId="0" sldId="263"/>
        </pc:sldMkLst>
        <pc:spChg chg="add mod">
          <ac:chgData name="rosh patel" userId="436be1530491d192" providerId="LiveId" clId="{4C92133A-A3D0-4953-8C7C-D677EA0B2586}" dt="2025-12-16T03:50:25.919" v="394" actId="1035"/>
          <ac:spMkLst>
            <pc:docMk/>
            <pc:sldMk cId="0" sldId="263"/>
            <ac:spMk id="16" creationId="{B201572C-6B9E-415F-ABFF-BD1EA20E5287}"/>
          </ac:spMkLst>
        </pc:spChg>
        <pc:spChg chg="mod">
          <ac:chgData name="rosh patel" userId="436be1530491d192" providerId="LiveId" clId="{4C92133A-A3D0-4953-8C7C-D677EA0B2586}" dt="2025-12-16T03:53:11.659" v="406"/>
          <ac:spMkLst>
            <pc:docMk/>
            <pc:sldMk cId="0" sldId="263"/>
            <ac:spMk id="17" creationId="{1E47DC2F-9339-B9F3-CD3A-1F6A0FFAE13B}"/>
          </ac:spMkLst>
        </pc:spChg>
        <pc:spChg chg="add mod">
          <ac:chgData name="rosh patel" userId="436be1530491d192" providerId="LiveId" clId="{4C92133A-A3D0-4953-8C7C-D677EA0B2586}" dt="2025-12-16T03:51:33.348" v="402" actId="1035"/>
          <ac:spMkLst>
            <pc:docMk/>
            <pc:sldMk cId="0" sldId="263"/>
            <ac:spMk id="18" creationId="{CAC47E21-E473-4F22-A1F0-2B2E68067A8D}"/>
          </ac:spMkLst>
        </pc:spChg>
        <pc:spChg chg="add mod">
          <ac:chgData name="rosh patel" userId="436be1530491d192" providerId="LiveId" clId="{4C92133A-A3D0-4953-8C7C-D677EA0B2586}" dt="2025-12-16T03:53:33.613" v="413" actId="1035"/>
          <ac:spMkLst>
            <pc:docMk/>
            <pc:sldMk cId="0" sldId="263"/>
            <ac:spMk id="19" creationId="{6065F0A1-EB76-48B9-BE2F-DB4057CCC67C}"/>
          </ac:spMkLst>
        </pc:spChg>
        <pc:spChg chg="add mod">
          <ac:chgData name="rosh patel" userId="436be1530491d192" providerId="LiveId" clId="{4C92133A-A3D0-4953-8C7C-D677EA0B2586}" dt="2025-12-16T03:55:07.643" v="426" actId="1035"/>
          <ac:spMkLst>
            <pc:docMk/>
            <pc:sldMk cId="0" sldId="263"/>
            <ac:spMk id="21" creationId="{0CA5CF98-EC76-4ECE-B443-F673BB162B57}"/>
          </ac:spMkLst>
        </pc:spChg>
        <pc:spChg chg="add mod">
          <ac:chgData name="rosh patel" userId="436be1530491d192" providerId="LiveId" clId="{4C92133A-A3D0-4953-8C7C-D677EA0B2586}" dt="2025-12-16T03:55:47.721" v="435" actId="1035"/>
          <ac:spMkLst>
            <pc:docMk/>
            <pc:sldMk cId="0" sldId="263"/>
            <ac:spMk id="23" creationId="{5CAF7687-9C2F-427E-A059-065F12C77003}"/>
          </ac:spMkLst>
        </pc:spChg>
        <pc:spChg chg="add mod">
          <ac:chgData name="rosh patel" userId="436be1530491d192" providerId="LiveId" clId="{4C92133A-A3D0-4953-8C7C-D677EA0B2586}" dt="2025-12-16T03:57:41.260" v="442" actId="1036"/>
          <ac:spMkLst>
            <pc:docMk/>
            <pc:sldMk cId="0" sldId="263"/>
            <ac:spMk id="25" creationId="{8407161D-67B4-455C-A327-0AEF4992E038}"/>
          </ac:spMkLst>
        </pc:spChg>
        <pc:spChg chg="add mod">
          <ac:chgData name="rosh patel" userId="436be1530491d192" providerId="LiveId" clId="{4C92133A-A3D0-4953-8C7C-D677EA0B2586}" dt="2025-12-16T04:24:38.066" v="447" actId="1035"/>
          <ac:spMkLst>
            <pc:docMk/>
            <pc:sldMk cId="0" sldId="263"/>
            <ac:spMk id="27" creationId="{C4E919A9-3E73-4524-9CD1-818F544D230A}"/>
          </ac:spMkLst>
        </pc:spChg>
        <pc:spChg chg="add mod">
          <ac:chgData name="rosh patel" userId="436be1530491d192" providerId="LiveId" clId="{4C92133A-A3D0-4953-8C7C-D677EA0B2586}" dt="2025-12-16T04:26:11.812" v="461" actId="1035"/>
          <ac:spMkLst>
            <pc:docMk/>
            <pc:sldMk cId="0" sldId="263"/>
            <ac:spMk id="29" creationId="{782E6761-E9C8-4E1F-9BDA-DB89748756D1}"/>
          </ac:spMkLst>
        </pc:spChg>
        <pc:spChg chg="add mod">
          <ac:chgData name="rosh patel" userId="436be1530491d192" providerId="LiveId" clId="{4C92133A-A3D0-4953-8C7C-D677EA0B2586}" dt="2025-12-16T04:26:18.393" v="465" actId="1035"/>
          <ac:spMkLst>
            <pc:docMk/>
            <pc:sldMk cId="0" sldId="263"/>
            <ac:spMk id="31" creationId="{D6E9093A-DA25-471C-848B-E348765F28CE}"/>
          </ac:spMkLst>
        </pc:spChg>
        <pc:spChg chg="add mod">
          <ac:chgData name="rosh patel" userId="436be1530491d192" providerId="LiveId" clId="{4C92133A-A3D0-4953-8C7C-D677EA0B2586}" dt="2025-12-16T04:26:21.174" v="466" actId="1035"/>
          <ac:spMkLst>
            <pc:docMk/>
            <pc:sldMk cId="0" sldId="263"/>
            <ac:spMk id="33" creationId="{5BE86051-8187-4BE2-833B-A7158E6DB07B}"/>
          </ac:spMkLst>
        </pc:spChg>
      </pc:sldChg>
      <pc:sldChg chg="addSp delSp modSp mod">
        <pc:chgData name="rosh patel" userId="436be1530491d192" providerId="LiveId" clId="{4C92133A-A3D0-4953-8C7C-D677EA0B2586}" dt="2025-12-15T03:13:54.384" v="12" actId="1076"/>
        <pc:sldMkLst>
          <pc:docMk/>
          <pc:sldMk cId="0" sldId="264"/>
        </pc:sldMkLst>
        <pc:spChg chg="del">
          <ac:chgData name="rosh patel" userId="436be1530491d192" providerId="LiveId" clId="{4C92133A-A3D0-4953-8C7C-D677EA0B2586}" dt="2025-12-15T03:13:03.011" v="4" actId="478"/>
          <ac:spMkLst>
            <pc:docMk/>
            <pc:sldMk cId="0" sldId="264"/>
            <ac:spMk id="2" creationId="{00000000-0000-0000-0000-000000000000}"/>
          </ac:spMkLst>
        </pc:spChg>
        <pc:spChg chg="del">
          <ac:chgData name="rosh patel" userId="436be1530491d192" providerId="LiveId" clId="{4C92133A-A3D0-4953-8C7C-D677EA0B2586}" dt="2025-12-15T03:13:03.011" v="4" actId="478"/>
          <ac:spMkLst>
            <pc:docMk/>
            <pc:sldMk cId="0" sldId="264"/>
            <ac:spMk id="3" creationId="{00000000-0000-0000-0000-000000000000}"/>
          </ac:spMkLst>
        </pc:spChg>
        <pc:spChg chg="del">
          <ac:chgData name="rosh patel" userId="436be1530491d192" providerId="LiveId" clId="{4C92133A-A3D0-4953-8C7C-D677EA0B2586}" dt="2025-12-15T03:13:03.011" v="4" actId="478"/>
          <ac:spMkLst>
            <pc:docMk/>
            <pc:sldMk cId="0" sldId="264"/>
            <ac:spMk id="4" creationId="{00000000-0000-0000-0000-000000000000}"/>
          </ac:spMkLst>
        </pc:spChg>
        <pc:picChg chg="add mod">
          <ac:chgData name="rosh patel" userId="436be1530491d192" providerId="LiveId" clId="{4C92133A-A3D0-4953-8C7C-D677EA0B2586}" dt="2025-12-15T03:13:54.384" v="12" actId="1076"/>
          <ac:picMkLst>
            <pc:docMk/>
            <pc:sldMk cId="0" sldId="264"/>
            <ac:picMk id="17" creationId="{F7267A1A-DEA7-4046-8164-D5D98F5B5A19}"/>
          </ac:picMkLst>
        </pc:picChg>
      </pc:sldChg>
      <pc:sldChg chg="addSp delSp modSp new mod modAnim">
        <pc:chgData name="rosh patel" userId="436be1530491d192" providerId="LiveId" clId="{4C92133A-A3D0-4953-8C7C-D677EA0B2586}" dt="2025-12-16T05:35:00.171" v="744"/>
        <pc:sldMkLst>
          <pc:docMk/>
          <pc:sldMk cId="2331735147" sldId="266"/>
        </pc:sldMkLst>
        <pc:spChg chg="add del mod">
          <ac:chgData name="rosh patel" userId="436be1530491d192" providerId="LiveId" clId="{4C92133A-A3D0-4953-8C7C-D677EA0B2586}" dt="2025-12-15T03:13:11.580" v="5" actId="478"/>
          <ac:spMkLst>
            <pc:docMk/>
            <pc:sldMk cId="2331735147" sldId="266"/>
            <ac:spMk id="2" creationId="{C62C1DD0-8D6C-4000-B4A2-F3C53721BACA}"/>
          </ac:spMkLst>
        </pc:spChg>
        <pc:spChg chg="add del mod">
          <ac:chgData name="rosh patel" userId="436be1530491d192" providerId="LiveId" clId="{4C92133A-A3D0-4953-8C7C-D677EA0B2586}" dt="2025-12-15T03:13:11.580" v="5" actId="478"/>
          <ac:spMkLst>
            <pc:docMk/>
            <pc:sldMk cId="2331735147" sldId="266"/>
            <ac:spMk id="3" creationId="{46888227-DE16-46CC-81ED-865ABA38F597}"/>
          </ac:spMkLst>
        </pc:spChg>
        <pc:spChg chg="add del mod">
          <ac:chgData name="rosh patel" userId="436be1530491d192" providerId="LiveId" clId="{4C92133A-A3D0-4953-8C7C-D677EA0B2586}" dt="2025-12-15T03:13:11.580" v="5" actId="478"/>
          <ac:spMkLst>
            <pc:docMk/>
            <pc:sldMk cId="2331735147" sldId="266"/>
            <ac:spMk id="4" creationId="{CC8CCFAB-7640-4F22-B161-1F42C74509FA}"/>
          </ac:spMkLst>
        </pc:spChg>
        <pc:spChg chg="mod">
          <ac:chgData name="rosh patel" userId="436be1530491d192" providerId="LiveId" clId="{4C92133A-A3D0-4953-8C7C-D677EA0B2586}" dt="2025-12-15T03:12:45.079" v="1"/>
          <ac:spMkLst>
            <pc:docMk/>
            <pc:sldMk cId="2331735147" sldId="266"/>
            <ac:spMk id="6" creationId="{427695FE-569C-4CDC-8A23-7C447C5D21A0}"/>
          </ac:spMkLst>
        </pc:spChg>
        <pc:spChg chg="mod">
          <ac:chgData name="rosh patel" userId="436be1530491d192" providerId="LiveId" clId="{4C92133A-A3D0-4953-8C7C-D677EA0B2586}" dt="2025-12-15T03:12:45.079" v="1"/>
          <ac:spMkLst>
            <pc:docMk/>
            <pc:sldMk cId="2331735147" sldId="266"/>
            <ac:spMk id="7" creationId="{07976232-9FDA-4858-953A-5B0FC5E861E4}"/>
          </ac:spMkLst>
        </pc:spChg>
        <pc:spChg chg="mod">
          <ac:chgData name="rosh patel" userId="436be1530491d192" providerId="LiveId" clId="{4C92133A-A3D0-4953-8C7C-D677EA0B2586}" dt="2025-12-15T03:12:45.079" v="1"/>
          <ac:spMkLst>
            <pc:docMk/>
            <pc:sldMk cId="2331735147" sldId="266"/>
            <ac:spMk id="9" creationId="{CE340B97-1F19-43F1-A4B6-8A603D29B45F}"/>
          </ac:spMkLst>
        </pc:spChg>
        <pc:spChg chg="mod">
          <ac:chgData name="rosh patel" userId="436be1530491d192" providerId="LiveId" clId="{4C92133A-A3D0-4953-8C7C-D677EA0B2586}" dt="2025-12-15T03:12:45.079" v="1"/>
          <ac:spMkLst>
            <pc:docMk/>
            <pc:sldMk cId="2331735147" sldId="266"/>
            <ac:spMk id="10" creationId="{FED0ACC7-64DA-40FC-8BB2-D9826F490F99}"/>
          </ac:spMkLst>
        </pc:spChg>
        <pc:spChg chg="add mod">
          <ac:chgData name="rosh patel" userId="436be1530491d192" providerId="LiveId" clId="{4C92133A-A3D0-4953-8C7C-D677EA0B2586}" dt="2025-12-15T03:12:45.079" v="1"/>
          <ac:spMkLst>
            <pc:docMk/>
            <pc:sldMk cId="2331735147" sldId="266"/>
            <ac:spMk id="11" creationId="{F12E402C-076A-4FE6-91DF-E62282C99D5F}"/>
          </ac:spMkLst>
        </pc:spChg>
        <pc:spChg chg="add mod">
          <ac:chgData name="rosh patel" userId="436be1530491d192" providerId="LiveId" clId="{4C92133A-A3D0-4953-8C7C-D677EA0B2586}" dt="2025-12-15T03:12:45.079" v="1"/>
          <ac:spMkLst>
            <pc:docMk/>
            <pc:sldMk cId="2331735147" sldId="266"/>
            <ac:spMk id="12" creationId="{6D116B46-C76F-4859-B417-680896C3C800}"/>
          </ac:spMkLst>
        </pc:spChg>
        <pc:spChg chg="mod">
          <ac:chgData name="rosh patel" userId="436be1530491d192" providerId="LiveId" clId="{4C92133A-A3D0-4953-8C7C-D677EA0B2586}" dt="2025-12-15T03:12:45.079" v="1"/>
          <ac:spMkLst>
            <pc:docMk/>
            <pc:sldMk cId="2331735147" sldId="266"/>
            <ac:spMk id="14" creationId="{64836D11-A777-457A-A57B-1A5132F98942}"/>
          </ac:spMkLst>
        </pc:spChg>
        <pc:spChg chg="mod">
          <ac:chgData name="rosh patel" userId="436be1530491d192" providerId="LiveId" clId="{4C92133A-A3D0-4953-8C7C-D677EA0B2586}" dt="2025-12-15T03:12:45.079" v="1"/>
          <ac:spMkLst>
            <pc:docMk/>
            <pc:sldMk cId="2331735147" sldId="266"/>
            <ac:spMk id="15" creationId="{0130D186-4734-41FB-B20A-10BA05EC281B}"/>
          </ac:spMkLst>
        </pc:spChg>
        <pc:spChg chg="add del mod">
          <ac:chgData name="rosh patel" userId="436be1530491d192" providerId="LiveId" clId="{4C92133A-A3D0-4953-8C7C-D677EA0B2586}" dt="2025-12-16T05:15:46.323" v="618" actId="478"/>
          <ac:spMkLst>
            <pc:docMk/>
            <pc:sldMk cId="2331735147" sldId="266"/>
            <ac:spMk id="16" creationId="{2673C5CB-F580-402F-9280-F7E563166DB3}"/>
          </ac:spMkLst>
        </pc:spChg>
        <pc:spChg chg="add mod">
          <ac:chgData name="rosh patel" userId="436be1530491d192" providerId="LiveId" clId="{4C92133A-A3D0-4953-8C7C-D677EA0B2586}" dt="2025-12-16T05:18:37.709" v="643" actId="115"/>
          <ac:spMkLst>
            <pc:docMk/>
            <pc:sldMk cId="2331735147" sldId="266"/>
            <ac:spMk id="18" creationId="{0963CDFB-6B14-42A0-A1C3-438185C13EB1}"/>
          </ac:spMkLst>
        </pc:spChg>
        <pc:spChg chg="add mod">
          <ac:chgData name="rosh patel" userId="436be1530491d192" providerId="LiveId" clId="{4C92133A-A3D0-4953-8C7C-D677EA0B2586}" dt="2025-12-16T05:25:53.114" v="671" actId="1035"/>
          <ac:spMkLst>
            <pc:docMk/>
            <pc:sldMk cId="2331735147" sldId="266"/>
            <ac:spMk id="21" creationId="{9B473B09-4AD7-4353-972D-C5F31BDDEEA0}"/>
          </ac:spMkLst>
        </pc:spChg>
        <pc:spChg chg="add mod">
          <ac:chgData name="rosh patel" userId="436be1530491d192" providerId="LiveId" clId="{4C92133A-A3D0-4953-8C7C-D677EA0B2586}" dt="2025-12-16T05:27:09.062" v="689" actId="108"/>
          <ac:spMkLst>
            <pc:docMk/>
            <pc:sldMk cId="2331735147" sldId="266"/>
            <ac:spMk id="31" creationId="{FB94543A-62C5-4721-AE3E-68B64D01DAAD}"/>
          </ac:spMkLst>
        </pc:spChg>
        <pc:spChg chg="add mod">
          <ac:chgData name="rosh patel" userId="436be1530491d192" providerId="LiveId" clId="{4C92133A-A3D0-4953-8C7C-D677EA0B2586}" dt="2025-12-16T05:29:03.489" v="704" actId="108"/>
          <ac:spMkLst>
            <pc:docMk/>
            <pc:sldMk cId="2331735147" sldId="266"/>
            <ac:spMk id="34" creationId="{26A578C8-6931-42E0-BBAE-D7FD3A15035D}"/>
          </ac:spMkLst>
        </pc:spChg>
        <pc:spChg chg="add mod">
          <ac:chgData name="rosh patel" userId="436be1530491d192" providerId="LiveId" clId="{4C92133A-A3D0-4953-8C7C-D677EA0B2586}" dt="2025-12-16T05:32:12.850" v="725" actId="1076"/>
          <ac:spMkLst>
            <pc:docMk/>
            <pc:sldMk cId="2331735147" sldId="266"/>
            <ac:spMk id="38" creationId="{41975EB1-D416-44D2-93EC-9C13BC7FA504}"/>
          </ac:spMkLst>
        </pc:spChg>
        <pc:spChg chg="add mod">
          <ac:chgData name="rosh patel" userId="436be1530491d192" providerId="LiveId" clId="{4C92133A-A3D0-4953-8C7C-D677EA0B2586}" dt="2025-12-16T05:32:03.039" v="724" actId="1076"/>
          <ac:spMkLst>
            <pc:docMk/>
            <pc:sldMk cId="2331735147" sldId="266"/>
            <ac:spMk id="40" creationId="{8AF0A6C1-AC3B-452D-B1D1-BA47AC2EED91}"/>
          </ac:spMkLst>
        </pc:spChg>
        <pc:grpChg chg="add mod">
          <ac:chgData name="rosh patel" userId="436be1530491d192" providerId="LiveId" clId="{4C92133A-A3D0-4953-8C7C-D677EA0B2586}" dt="2025-12-15T03:12:45.079" v="1"/>
          <ac:grpSpMkLst>
            <pc:docMk/>
            <pc:sldMk cId="2331735147" sldId="266"/>
            <ac:grpSpMk id="5" creationId="{5DA4A6A7-A011-4845-9FED-CA7F4F53018E}"/>
          </ac:grpSpMkLst>
        </pc:grpChg>
        <pc:grpChg chg="add mod">
          <ac:chgData name="rosh patel" userId="436be1530491d192" providerId="LiveId" clId="{4C92133A-A3D0-4953-8C7C-D677EA0B2586}" dt="2025-12-15T03:12:45.079" v="1"/>
          <ac:grpSpMkLst>
            <pc:docMk/>
            <pc:sldMk cId="2331735147" sldId="266"/>
            <ac:grpSpMk id="8" creationId="{A047AAF7-3A10-4D89-85A9-08830F28995B}"/>
          </ac:grpSpMkLst>
        </pc:grpChg>
        <pc:grpChg chg="add mod">
          <ac:chgData name="rosh patel" userId="436be1530491d192" providerId="LiveId" clId="{4C92133A-A3D0-4953-8C7C-D677EA0B2586}" dt="2025-12-15T03:12:45.079" v="1"/>
          <ac:grpSpMkLst>
            <pc:docMk/>
            <pc:sldMk cId="2331735147" sldId="266"/>
            <ac:grpSpMk id="13" creationId="{8C84AB60-1648-4907-B584-7D309EAA560A}"/>
          </ac:grpSpMkLst>
        </pc:grpChg>
        <pc:picChg chg="add mod">
          <ac:chgData name="rosh patel" userId="436be1530491d192" providerId="LiveId" clId="{4C92133A-A3D0-4953-8C7C-D677EA0B2586}" dt="2025-12-15T03:15:23.337" v="15" actId="1076"/>
          <ac:picMkLst>
            <pc:docMk/>
            <pc:sldMk cId="2331735147" sldId="266"/>
            <ac:picMk id="17" creationId="{FB28B4D7-82F5-4B2A-8CDE-13F63199542D}"/>
          </ac:picMkLst>
        </pc:picChg>
        <pc:cxnChg chg="add mod">
          <ac:chgData name="rosh patel" userId="436be1530491d192" providerId="LiveId" clId="{4C92133A-A3D0-4953-8C7C-D677EA0B2586}" dt="2025-12-16T05:32:24.347" v="726" actId="1076"/>
          <ac:cxnSpMkLst>
            <pc:docMk/>
            <pc:sldMk cId="2331735147" sldId="266"/>
            <ac:cxnSpMk id="19" creationId="{2F0EC920-65B4-4208-BC03-885D5FC08A66}"/>
          </ac:cxnSpMkLst>
        </pc:cxnChg>
        <pc:cxnChg chg="add mod">
          <ac:chgData name="rosh patel" userId="436be1530491d192" providerId="LiveId" clId="{4C92133A-A3D0-4953-8C7C-D677EA0B2586}" dt="2025-12-16T05:25:16.200" v="669" actId="1076"/>
          <ac:cxnSpMkLst>
            <pc:docMk/>
            <pc:sldMk cId="2331735147" sldId="266"/>
            <ac:cxnSpMk id="22" creationId="{6B0F15E5-A01D-4294-87B7-8C106FBC1638}"/>
          </ac:cxnSpMkLst>
        </pc:cxnChg>
        <pc:cxnChg chg="add mod">
          <ac:chgData name="rosh patel" userId="436be1530491d192" providerId="LiveId" clId="{4C92133A-A3D0-4953-8C7C-D677EA0B2586}" dt="2025-12-16T05:27:00.960" v="688" actId="1035"/>
          <ac:cxnSpMkLst>
            <pc:docMk/>
            <pc:sldMk cId="2331735147" sldId="266"/>
            <ac:cxnSpMk id="32" creationId="{C07B0CAE-F9F5-44BB-81D6-1EA8B58F1D80}"/>
          </ac:cxnSpMkLst>
        </pc:cxnChg>
        <pc:cxnChg chg="add mod">
          <ac:chgData name="rosh patel" userId="436be1530491d192" providerId="LiveId" clId="{4C92133A-A3D0-4953-8C7C-D677EA0B2586}" dt="2025-12-16T05:28:24.245" v="699" actId="14100"/>
          <ac:cxnSpMkLst>
            <pc:docMk/>
            <pc:sldMk cId="2331735147" sldId="266"/>
            <ac:cxnSpMk id="35" creationId="{1DA5EC98-5171-41D8-B67F-C637CBACBBBC}"/>
          </ac:cxnSpMkLst>
        </pc:cxnChg>
        <pc:cxnChg chg="add mod">
          <ac:chgData name="rosh patel" userId="436be1530491d192" providerId="LiveId" clId="{4C92133A-A3D0-4953-8C7C-D677EA0B2586}" dt="2025-12-16T05:31:02.041" v="712" actId="1076"/>
          <ac:cxnSpMkLst>
            <pc:docMk/>
            <pc:sldMk cId="2331735147" sldId="266"/>
            <ac:cxnSpMk id="41" creationId="{DFF94E03-1FC2-4EF2-ADF5-1025B7719E4C}"/>
          </ac:cxnSpMkLst>
        </pc:cxnChg>
        <pc:cxnChg chg="add mod">
          <ac:chgData name="rosh patel" userId="436be1530491d192" providerId="LiveId" clId="{4C92133A-A3D0-4953-8C7C-D677EA0B2586}" dt="2025-12-16T05:31:14.634" v="716" actId="1037"/>
          <ac:cxnSpMkLst>
            <pc:docMk/>
            <pc:sldMk cId="2331735147" sldId="266"/>
            <ac:cxnSpMk id="42" creationId="{161C457A-1995-45E9-A0EF-66344D171616}"/>
          </ac:cxnSpMkLst>
        </pc:cxnChg>
      </pc:sldChg>
      <pc:sldChg chg="addSp delSp modSp new mod">
        <pc:chgData name="rosh patel" userId="436be1530491d192" providerId="LiveId" clId="{4C92133A-A3D0-4953-8C7C-D677EA0B2586}" dt="2026-01-01T17:19:48.583" v="1481" actId="1076"/>
        <pc:sldMkLst>
          <pc:docMk/>
          <pc:sldMk cId="3459462393" sldId="267"/>
        </pc:sldMkLst>
        <pc:spChg chg="add del mod">
          <ac:chgData name="rosh patel" userId="436be1530491d192" providerId="LiveId" clId="{4C92133A-A3D0-4953-8C7C-D677EA0B2586}" dt="2025-12-15T03:15:57.010" v="18" actId="478"/>
          <ac:spMkLst>
            <pc:docMk/>
            <pc:sldMk cId="3459462393" sldId="267"/>
            <ac:spMk id="2" creationId="{F76E227F-812F-4395-B6A4-CAF736DEB06F}"/>
          </ac:spMkLst>
        </pc:spChg>
        <pc:spChg chg="add del mod">
          <ac:chgData name="rosh patel" userId="436be1530491d192" providerId="LiveId" clId="{4C92133A-A3D0-4953-8C7C-D677EA0B2586}" dt="2025-12-15T03:15:54.066" v="17" actId="478"/>
          <ac:spMkLst>
            <pc:docMk/>
            <pc:sldMk cId="3459462393" sldId="267"/>
            <ac:spMk id="3" creationId="{21C3305F-EE9B-4D50-8FF8-BD9A707A7395}"/>
          </ac:spMkLst>
        </pc:spChg>
        <pc:spChg chg="add del mod">
          <ac:chgData name="rosh patel" userId="436be1530491d192" providerId="LiveId" clId="{4C92133A-A3D0-4953-8C7C-D677EA0B2586}" dt="2025-12-15T03:16:00.030" v="19" actId="478"/>
          <ac:spMkLst>
            <pc:docMk/>
            <pc:sldMk cId="3459462393" sldId="267"/>
            <ac:spMk id="4" creationId="{6E0B794B-E8BF-4BB7-89E4-5394CF5FC09D}"/>
          </ac:spMkLst>
        </pc:spChg>
        <pc:spChg chg="mod">
          <ac:chgData name="rosh patel" userId="436be1530491d192" providerId="LiveId" clId="{4C92133A-A3D0-4953-8C7C-D677EA0B2586}" dt="2025-12-15T03:12:52.052" v="3"/>
          <ac:spMkLst>
            <pc:docMk/>
            <pc:sldMk cId="3459462393" sldId="267"/>
            <ac:spMk id="6" creationId="{CBFD9092-B07E-4271-8D1D-4D03D6FDE394}"/>
          </ac:spMkLst>
        </pc:spChg>
        <pc:spChg chg="mod">
          <ac:chgData name="rosh patel" userId="436be1530491d192" providerId="LiveId" clId="{4C92133A-A3D0-4953-8C7C-D677EA0B2586}" dt="2025-12-15T03:12:52.052" v="3"/>
          <ac:spMkLst>
            <pc:docMk/>
            <pc:sldMk cId="3459462393" sldId="267"/>
            <ac:spMk id="7" creationId="{CD68B52C-4E4D-4901-91E3-DC06E7DF9713}"/>
          </ac:spMkLst>
        </pc:spChg>
        <pc:spChg chg="mod">
          <ac:chgData name="rosh patel" userId="436be1530491d192" providerId="LiveId" clId="{4C92133A-A3D0-4953-8C7C-D677EA0B2586}" dt="2025-12-15T03:12:52.052" v="3"/>
          <ac:spMkLst>
            <pc:docMk/>
            <pc:sldMk cId="3459462393" sldId="267"/>
            <ac:spMk id="9" creationId="{5A4A25F1-2479-47B4-8039-611BBBF5BF77}"/>
          </ac:spMkLst>
        </pc:spChg>
        <pc:spChg chg="mod">
          <ac:chgData name="rosh patel" userId="436be1530491d192" providerId="LiveId" clId="{4C92133A-A3D0-4953-8C7C-D677EA0B2586}" dt="2025-12-15T03:12:52.052" v="3"/>
          <ac:spMkLst>
            <pc:docMk/>
            <pc:sldMk cId="3459462393" sldId="267"/>
            <ac:spMk id="10" creationId="{89521EBF-9909-4386-8F00-7E87C2E4AE15}"/>
          </ac:spMkLst>
        </pc:spChg>
        <pc:spChg chg="add mod">
          <ac:chgData name="rosh patel" userId="436be1530491d192" providerId="LiveId" clId="{4C92133A-A3D0-4953-8C7C-D677EA0B2586}" dt="2025-12-15T03:12:52.052" v="3"/>
          <ac:spMkLst>
            <pc:docMk/>
            <pc:sldMk cId="3459462393" sldId="267"/>
            <ac:spMk id="11" creationId="{94C32C60-4279-45B8-8F7E-2D5F88F2EDCD}"/>
          </ac:spMkLst>
        </pc:spChg>
        <pc:spChg chg="add mod">
          <ac:chgData name="rosh patel" userId="436be1530491d192" providerId="LiveId" clId="{4C92133A-A3D0-4953-8C7C-D677EA0B2586}" dt="2025-12-15T03:12:52.052" v="3"/>
          <ac:spMkLst>
            <pc:docMk/>
            <pc:sldMk cId="3459462393" sldId="267"/>
            <ac:spMk id="12" creationId="{430CF9F1-F156-4F30-9A7C-610ED2CAB06B}"/>
          </ac:spMkLst>
        </pc:spChg>
        <pc:spChg chg="mod">
          <ac:chgData name="rosh patel" userId="436be1530491d192" providerId="LiveId" clId="{4C92133A-A3D0-4953-8C7C-D677EA0B2586}" dt="2025-12-15T03:12:52.052" v="3"/>
          <ac:spMkLst>
            <pc:docMk/>
            <pc:sldMk cId="3459462393" sldId="267"/>
            <ac:spMk id="14" creationId="{6BB2E2EA-8F6D-4409-8677-91AA090A972C}"/>
          </ac:spMkLst>
        </pc:spChg>
        <pc:spChg chg="mod">
          <ac:chgData name="rosh patel" userId="436be1530491d192" providerId="LiveId" clId="{4C92133A-A3D0-4953-8C7C-D677EA0B2586}" dt="2025-12-15T03:12:52.052" v="3"/>
          <ac:spMkLst>
            <pc:docMk/>
            <pc:sldMk cId="3459462393" sldId="267"/>
            <ac:spMk id="15" creationId="{1A251074-80A1-4F05-8B1F-19C258581F49}"/>
          </ac:spMkLst>
        </pc:spChg>
        <pc:grpChg chg="add mod">
          <ac:chgData name="rosh patel" userId="436be1530491d192" providerId="LiveId" clId="{4C92133A-A3D0-4953-8C7C-D677EA0B2586}" dt="2025-12-15T03:12:52.052" v="3"/>
          <ac:grpSpMkLst>
            <pc:docMk/>
            <pc:sldMk cId="3459462393" sldId="267"/>
            <ac:grpSpMk id="5" creationId="{4C7EA5CE-EE82-4154-B14F-0D5397E047E3}"/>
          </ac:grpSpMkLst>
        </pc:grpChg>
        <pc:grpChg chg="add mod">
          <ac:chgData name="rosh patel" userId="436be1530491d192" providerId="LiveId" clId="{4C92133A-A3D0-4953-8C7C-D677EA0B2586}" dt="2025-12-15T03:12:52.052" v="3"/>
          <ac:grpSpMkLst>
            <pc:docMk/>
            <pc:sldMk cId="3459462393" sldId="267"/>
            <ac:grpSpMk id="8" creationId="{5CFC938C-DB12-45D2-BE14-D6A8FEA18FBB}"/>
          </ac:grpSpMkLst>
        </pc:grpChg>
        <pc:grpChg chg="add mod">
          <ac:chgData name="rosh patel" userId="436be1530491d192" providerId="LiveId" clId="{4C92133A-A3D0-4953-8C7C-D677EA0B2586}" dt="2025-12-15T03:12:52.052" v="3"/>
          <ac:grpSpMkLst>
            <pc:docMk/>
            <pc:sldMk cId="3459462393" sldId="267"/>
            <ac:grpSpMk id="13" creationId="{BC9F345E-9765-4BB1-B56F-66B29A4DC7FF}"/>
          </ac:grpSpMkLst>
        </pc:grpChg>
        <pc:picChg chg="add mod">
          <ac:chgData name="rosh patel" userId="436be1530491d192" providerId="LiveId" clId="{4C92133A-A3D0-4953-8C7C-D677EA0B2586}" dt="2026-01-01T17:19:48.583" v="1481" actId="1076"/>
          <ac:picMkLst>
            <pc:docMk/>
            <pc:sldMk cId="3459462393" sldId="267"/>
            <ac:picMk id="3" creationId="{3FC4059C-457D-4C04-B95A-16E6B5F1F8DE}"/>
          </ac:picMkLst>
        </pc:picChg>
      </pc:sldChg>
      <pc:sldChg chg="addSp delSp modSp new mod">
        <pc:chgData name="rosh patel" userId="436be1530491d192" providerId="LiveId" clId="{4C92133A-A3D0-4953-8C7C-D677EA0B2586}" dt="2025-12-16T03:26:53.419" v="274" actId="1076"/>
        <pc:sldMkLst>
          <pc:docMk/>
          <pc:sldMk cId="3551002356" sldId="268"/>
        </pc:sldMkLst>
        <pc:spChg chg="mod">
          <ac:chgData name="rosh patel" userId="436be1530491d192" providerId="LiveId" clId="{4C92133A-A3D0-4953-8C7C-D677EA0B2586}" dt="2025-12-15T03:16:41.840" v="22"/>
          <ac:spMkLst>
            <pc:docMk/>
            <pc:sldMk cId="3551002356" sldId="268"/>
            <ac:spMk id="3" creationId="{92F165A0-9DD6-4D1A-9AC8-346197ABAF8C}"/>
          </ac:spMkLst>
        </pc:spChg>
        <pc:spChg chg="mod">
          <ac:chgData name="rosh patel" userId="436be1530491d192" providerId="LiveId" clId="{4C92133A-A3D0-4953-8C7C-D677EA0B2586}" dt="2025-12-15T03:16:41.840" v="22"/>
          <ac:spMkLst>
            <pc:docMk/>
            <pc:sldMk cId="3551002356" sldId="268"/>
            <ac:spMk id="4" creationId="{4E875800-0F6A-46DE-B740-FA9B659EDB56}"/>
          </ac:spMkLst>
        </pc:spChg>
        <pc:spChg chg="mod">
          <ac:chgData name="rosh patel" userId="436be1530491d192" providerId="LiveId" clId="{4C92133A-A3D0-4953-8C7C-D677EA0B2586}" dt="2025-12-15T03:16:41.840" v="22"/>
          <ac:spMkLst>
            <pc:docMk/>
            <pc:sldMk cId="3551002356" sldId="268"/>
            <ac:spMk id="6" creationId="{6CB412A1-136F-43F2-8190-D9EABFBDE3F8}"/>
          </ac:spMkLst>
        </pc:spChg>
        <pc:spChg chg="mod">
          <ac:chgData name="rosh patel" userId="436be1530491d192" providerId="LiveId" clId="{4C92133A-A3D0-4953-8C7C-D677EA0B2586}" dt="2025-12-15T03:16:41.840" v="22"/>
          <ac:spMkLst>
            <pc:docMk/>
            <pc:sldMk cId="3551002356" sldId="268"/>
            <ac:spMk id="7" creationId="{63E771F5-A92E-4E90-807A-51EEEA22E4A4}"/>
          </ac:spMkLst>
        </pc:spChg>
        <pc:spChg chg="add mod">
          <ac:chgData name="rosh patel" userId="436be1530491d192" providerId="LiveId" clId="{4C92133A-A3D0-4953-8C7C-D677EA0B2586}" dt="2025-12-15T03:16:41.840" v="22"/>
          <ac:spMkLst>
            <pc:docMk/>
            <pc:sldMk cId="3551002356" sldId="268"/>
            <ac:spMk id="8" creationId="{30E5E091-CEEF-4F9C-905B-94AFB6089C2A}"/>
          </ac:spMkLst>
        </pc:spChg>
        <pc:spChg chg="add mod">
          <ac:chgData name="rosh patel" userId="436be1530491d192" providerId="LiveId" clId="{4C92133A-A3D0-4953-8C7C-D677EA0B2586}" dt="2025-12-15T03:16:41.840" v="22"/>
          <ac:spMkLst>
            <pc:docMk/>
            <pc:sldMk cId="3551002356" sldId="268"/>
            <ac:spMk id="9" creationId="{0B1B965F-9024-43C7-9B91-4968BC929FBD}"/>
          </ac:spMkLst>
        </pc:spChg>
        <pc:spChg chg="mod">
          <ac:chgData name="rosh patel" userId="436be1530491d192" providerId="LiveId" clId="{4C92133A-A3D0-4953-8C7C-D677EA0B2586}" dt="2025-12-15T03:16:41.840" v="22"/>
          <ac:spMkLst>
            <pc:docMk/>
            <pc:sldMk cId="3551002356" sldId="268"/>
            <ac:spMk id="11" creationId="{9AE04168-5290-4706-A672-0776BA8B5AAC}"/>
          </ac:spMkLst>
        </pc:spChg>
        <pc:spChg chg="mod">
          <ac:chgData name="rosh patel" userId="436be1530491d192" providerId="LiveId" clId="{4C92133A-A3D0-4953-8C7C-D677EA0B2586}" dt="2025-12-15T03:16:41.840" v="22"/>
          <ac:spMkLst>
            <pc:docMk/>
            <pc:sldMk cId="3551002356" sldId="268"/>
            <ac:spMk id="12" creationId="{1921429F-EDAB-48BE-AEAE-E4581AF2B0CF}"/>
          </ac:spMkLst>
        </pc:spChg>
        <pc:spChg chg="add mod">
          <ac:chgData name="rosh patel" userId="436be1530491d192" providerId="LiveId" clId="{4C92133A-A3D0-4953-8C7C-D677EA0B2586}" dt="2025-12-16T03:26:47.552" v="273" actId="1076"/>
          <ac:spMkLst>
            <pc:docMk/>
            <pc:sldMk cId="3551002356" sldId="268"/>
            <ac:spMk id="14" creationId="{FCDC5154-E37D-4F0D-856A-9E8FF0DE7664}"/>
          </ac:spMkLst>
        </pc:spChg>
        <pc:spChg chg="add del mod">
          <ac:chgData name="rosh patel" userId="436be1530491d192" providerId="LiveId" clId="{4C92133A-A3D0-4953-8C7C-D677EA0B2586}" dt="2025-12-15T03:22:58.013" v="74" actId="478"/>
          <ac:spMkLst>
            <pc:docMk/>
            <pc:sldMk cId="3551002356" sldId="268"/>
            <ac:spMk id="15" creationId="{92B837AA-BE34-40DE-89EE-412888E0DD39}"/>
          </ac:spMkLst>
        </pc:spChg>
        <pc:spChg chg="add mod">
          <ac:chgData name="rosh patel" userId="436be1530491d192" providerId="LiveId" clId="{4C92133A-A3D0-4953-8C7C-D677EA0B2586}" dt="2025-12-15T03:26:05.679" v="88" actId="20577"/>
          <ac:spMkLst>
            <pc:docMk/>
            <pc:sldMk cId="3551002356" sldId="268"/>
            <ac:spMk id="17" creationId="{FBBA6F39-2DAA-4C77-8CBC-95B015491D4B}"/>
          </ac:spMkLst>
        </pc:spChg>
        <pc:spChg chg="add mod">
          <ac:chgData name="rosh patel" userId="436be1530491d192" providerId="LiveId" clId="{4C92133A-A3D0-4953-8C7C-D677EA0B2586}" dt="2025-12-15T03:28:02.322" v="102" actId="113"/>
          <ac:spMkLst>
            <pc:docMk/>
            <pc:sldMk cId="3551002356" sldId="268"/>
            <ac:spMk id="19" creationId="{71BAF27E-F0F1-46AE-A618-423FB99A92B7}"/>
          </ac:spMkLst>
        </pc:spChg>
        <pc:grpChg chg="add mod">
          <ac:chgData name="rosh patel" userId="436be1530491d192" providerId="LiveId" clId="{4C92133A-A3D0-4953-8C7C-D677EA0B2586}" dt="2025-12-15T03:16:41.840" v="22"/>
          <ac:grpSpMkLst>
            <pc:docMk/>
            <pc:sldMk cId="3551002356" sldId="268"/>
            <ac:grpSpMk id="2" creationId="{78EA017C-6D71-441C-BBD0-154A8B633EC0}"/>
          </ac:grpSpMkLst>
        </pc:grpChg>
        <pc:grpChg chg="add mod">
          <ac:chgData name="rosh patel" userId="436be1530491d192" providerId="LiveId" clId="{4C92133A-A3D0-4953-8C7C-D677EA0B2586}" dt="2025-12-15T03:16:41.840" v="22"/>
          <ac:grpSpMkLst>
            <pc:docMk/>
            <pc:sldMk cId="3551002356" sldId="268"/>
            <ac:grpSpMk id="5" creationId="{7459D989-3C2E-4CA6-8727-A3D48D6C060C}"/>
          </ac:grpSpMkLst>
        </pc:grpChg>
        <pc:grpChg chg="add mod">
          <ac:chgData name="rosh patel" userId="436be1530491d192" providerId="LiveId" clId="{4C92133A-A3D0-4953-8C7C-D677EA0B2586}" dt="2025-12-15T03:16:41.840" v="22"/>
          <ac:grpSpMkLst>
            <pc:docMk/>
            <pc:sldMk cId="3551002356" sldId="268"/>
            <ac:grpSpMk id="10" creationId="{299549B0-8778-4DC0-A0A9-0C61CA0196E1}"/>
          </ac:grpSpMkLst>
        </pc:grpChg>
        <pc:picChg chg="add mod">
          <ac:chgData name="rosh patel" userId="436be1530491d192" providerId="LiveId" clId="{4C92133A-A3D0-4953-8C7C-D677EA0B2586}" dt="2025-12-16T03:26:53.419" v="274" actId="1076"/>
          <ac:picMkLst>
            <pc:docMk/>
            <pc:sldMk cId="3551002356" sldId="268"/>
            <ac:picMk id="18" creationId="{CBFA9F9E-3BE5-435C-989C-1204E34EBB10}"/>
          </ac:picMkLst>
        </pc:picChg>
        <pc:picChg chg="add mod">
          <ac:chgData name="rosh patel" userId="436be1530491d192" providerId="LiveId" clId="{4C92133A-A3D0-4953-8C7C-D677EA0B2586}" dt="2025-12-15T03:27:53.212" v="101" actId="1076"/>
          <ac:picMkLst>
            <pc:docMk/>
            <pc:sldMk cId="3551002356" sldId="268"/>
            <ac:picMk id="21" creationId="{437803FF-4D48-4280-8715-4622A19A2E3C}"/>
          </ac:picMkLst>
        </pc:picChg>
      </pc:sldChg>
      <pc:sldChg chg="add del">
        <pc:chgData name="rosh patel" userId="436be1530491d192" providerId="LiveId" clId="{4C92133A-A3D0-4953-8C7C-D677EA0B2586}" dt="2025-12-15T03:16:17.914" v="21"/>
        <pc:sldMkLst>
          <pc:docMk/>
          <pc:sldMk cId="107239214" sldId="269"/>
        </pc:sldMkLst>
      </pc:sldChg>
      <pc:sldChg chg="addSp modSp new mod ord modAnim">
        <pc:chgData name="rosh patel" userId="436be1530491d192" providerId="LiveId" clId="{4C92133A-A3D0-4953-8C7C-D677EA0B2586}" dt="2025-12-16T05:04:42.827" v="614"/>
        <pc:sldMkLst>
          <pc:docMk/>
          <pc:sldMk cId="3813418513" sldId="269"/>
        </pc:sldMkLst>
        <pc:spChg chg="mod">
          <ac:chgData name="rosh patel" userId="436be1530491d192" providerId="LiveId" clId="{4C92133A-A3D0-4953-8C7C-D677EA0B2586}" dt="2025-12-15T03:16:46.795" v="24"/>
          <ac:spMkLst>
            <pc:docMk/>
            <pc:sldMk cId="3813418513" sldId="269"/>
            <ac:spMk id="3" creationId="{C6EB6FAA-1C25-4F2A-8A3A-070DD9DC027E}"/>
          </ac:spMkLst>
        </pc:spChg>
        <pc:spChg chg="mod">
          <ac:chgData name="rosh patel" userId="436be1530491d192" providerId="LiveId" clId="{4C92133A-A3D0-4953-8C7C-D677EA0B2586}" dt="2025-12-15T03:16:46.795" v="24"/>
          <ac:spMkLst>
            <pc:docMk/>
            <pc:sldMk cId="3813418513" sldId="269"/>
            <ac:spMk id="4" creationId="{431ECEBF-4044-4E27-827E-C17E6E687185}"/>
          </ac:spMkLst>
        </pc:spChg>
        <pc:spChg chg="mod">
          <ac:chgData name="rosh patel" userId="436be1530491d192" providerId="LiveId" clId="{4C92133A-A3D0-4953-8C7C-D677EA0B2586}" dt="2025-12-15T03:16:46.795" v="24"/>
          <ac:spMkLst>
            <pc:docMk/>
            <pc:sldMk cId="3813418513" sldId="269"/>
            <ac:spMk id="6" creationId="{E1F682D2-312F-4BD9-ADBF-47133F95BA43}"/>
          </ac:spMkLst>
        </pc:spChg>
        <pc:spChg chg="mod">
          <ac:chgData name="rosh patel" userId="436be1530491d192" providerId="LiveId" clId="{4C92133A-A3D0-4953-8C7C-D677EA0B2586}" dt="2025-12-15T03:16:46.795" v="24"/>
          <ac:spMkLst>
            <pc:docMk/>
            <pc:sldMk cId="3813418513" sldId="269"/>
            <ac:spMk id="7" creationId="{715E082C-21A8-4D4C-A521-2FB2BA5A1A37}"/>
          </ac:spMkLst>
        </pc:spChg>
        <pc:spChg chg="add mod">
          <ac:chgData name="rosh patel" userId="436be1530491d192" providerId="LiveId" clId="{4C92133A-A3D0-4953-8C7C-D677EA0B2586}" dt="2025-12-15T03:16:46.795" v="24"/>
          <ac:spMkLst>
            <pc:docMk/>
            <pc:sldMk cId="3813418513" sldId="269"/>
            <ac:spMk id="8" creationId="{9C450500-0C5C-4465-A06F-A3950FF07047}"/>
          </ac:spMkLst>
        </pc:spChg>
        <pc:spChg chg="add mod">
          <ac:chgData name="rosh patel" userId="436be1530491d192" providerId="LiveId" clId="{4C92133A-A3D0-4953-8C7C-D677EA0B2586}" dt="2025-12-15T03:16:46.795" v="24"/>
          <ac:spMkLst>
            <pc:docMk/>
            <pc:sldMk cId="3813418513" sldId="269"/>
            <ac:spMk id="9" creationId="{988F37BA-0209-401F-9575-D956D0C8613E}"/>
          </ac:spMkLst>
        </pc:spChg>
        <pc:spChg chg="mod">
          <ac:chgData name="rosh patel" userId="436be1530491d192" providerId="LiveId" clId="{4C92133A-A3D0-4953-8C7C-D677EA0B2586}" dt="2025-12-15T03:16:46.795" v="24"/>
          <ac:spMkLst>
            <pc:docMk/>
            <pc:sldMk cId="3813418513" sldId="269"/>
            <ac:spMk id="11" creationId="{0A580B41-2078-412B-96C7-B324757D7892}"/>
          </ac:spMkLst>
        </pc:spChg>
        <pc:spChg chg="mod">
          <ac:chgData name="rosh patel" userId="436be1530491d192" providerId="LiveId" clId="{4C92133A-A3D0-4953-8C7C-D677EA0B2586}" dt="2025-12-15T03:16:46.795" v="24"/>
          <ac:spMkLst>
            <pc:docMk/>
            <pc:sldMk cId="3813418513" sldId="269"/>
            <ac:spMk id="12" creationId="{19825C05-049B-4377-A897-D4A04C50B858}"/>
          </ac:spMkLst>
        </pc:spChg>
        <pc:grpChg chg="add mod">
          <ac:chgData name="rosh patel" userId="436be1530491d192" providerId="LiveId" clId="{4C92133A-A3D0-4953-8C7C-D677EA0B2586}" dt="2025-12-15T03:16:46.795" v="24"/>
          <ac:grpSpMkLst>
            <pc:docMk/>
            <pc:sldMk cId="3813418513" sldId="269"/>
            <ac:grpSpMk id="2" creationId="{DE5E143E-AFDC-4B32-BFBD-999C566FEAEE}"/>
          </ac:grpSpMkLst>
        </pc:grpChg>
        <pc:grpChg chg="add mod">
          <ac:chgData name="rosh patel" userId="436be1530491d192" providerId="LiveId" clId="{4C92133A-A3D0-4953-8C7C-D677EA0B2586}" dt="2025-12-15T03:16:46.795" v="24"/>
          <ac:grpSpMkLst>
            <pc:docMk/>
            <pc:sldMk cId="3813418513" sldId="269"/>
            <ac:grpSpMk id="5" creationId="{A2E11C3B-9CAB-47FE-912F-CDC7FA3817D7}"/>
          </ac:grpSpMkLst>
        </pc:grpChg>
        <pc:grpChg chg="add mod">
          <ac:chgData name="rosh patel" userId="436be1530491d192" providerId="LiveId" clId="{4C92133A-A3D0-4953-8C7C-D677EA0B2586}" dt="2025-12-15T03:16:46.795" v="24"/>
          <ac:grpSpMkLst>
            <pc:docMk/>
            <pc:sldMk cId="3813418513" sldId="269"/>
            <ac:grpSpMk id="10" creationId="{CDBE04F2-EC5B-4ADC-8612-3376E48F4761}"/>
          </ac:grpSpMkLst>
        </pc:grpChg>
        <pc:picChg chg="add mod">
          <ac:chgData name="rosh patel" userId="436be1530491d192" providerId="LiveId" clId="{4C92133A-A3D0-4953-8C7C-D677EA0B2586}" dt="2025-12-15T03:38:58.396" v="125" actId="14100"/>
          <ac:picMkLst>
            <pc:docMk/>
            <pc:sldMk cId="3813418513" sldId="269"/>
            <ac:picMk id="14" creationId="{4FFBACE6-F3D5-4314-944E-3CA6F719921F}"/>
          </ac:picMkLst>
        </pc:picChg>
        <pc:cxnChg chg="add mod">
          <ac:chgData name="rosh patel" userId="436be1530491d192" providerId="LiveId" clId="{4C92133A-A3D0-4953-8C7C-D677EA0B2586}" dt="2025-12-16T04:55:37.386" v="576" actId="1582"/>
          <ac:cxnSpMkLst>
            <pc:docMk/>
            <pc:sldMk cId="3813418513" sldId="269"/>
            <ac:cxnSpMk id="15" creationId="{3A6518A4-B4E9-4C58-A775-8BDD86A631D6}"/>
          </ac:cxnSpMkLst>
        </pc:cxnChg>
        <pc:cxnChg chg="add mod">
          <ac:chgData name="rosh patel" userId="436be1530491d192" providerId="LiveId" clId="{4C92133A-A3D0-4953-8C7C-D677EA0B2586}" dt="2025-12-16T05:00:11.497" v="581" actId="1582"/>
          <ac:cxnSpMkLst>
            <pc:docMk/>
            <pc:sldMk cId="3813418513" sldId="269"/>
            <ac:cxnSpMk id="17" creationId="{69EE26E0-68B2-44A7-B912-5FB1088BFC82}"/>
          </ac:cxnSpMkLst>
        </pc:cxnChg>
        <pc:cxnChg chg="add mod">
          <ac:chgData name="rosh patel" userId="436be1530491d192" providerId="LiveId" clId="{4C92133A-A3D0-4953-8C7C-D677EA0B2586}" dt="2025-12-16T05:01:18.594" v="586" actId="208"/>
          <ac:cxnSpMkLst>
            <pc:docMk/>
            <pc:sldMk cId="3813418513" sldId="269"/>
            <ac:cxnSpMk id="19" creationId="{70F740B6-39D4-449E-857D-4DC721894D7A}"/>
          </ac:cxnSpMkLst>
        </pc:cxnChg>
        <pc:cxnChg chg="add mod">
          <ac:chgData name="rosh patel" userId="436be1530491d192" providerId="LiveId" clId="{4C92133A-A3D0-4953-8C7C-D677EA0B2586}" dt="2025-12-16T05:02:14.680" v="594" actId="208"/>
          <ac:cxnSpMkLst>
            <pc:docMk/>
            <pc:sldMk cId="3813418513" sldId="269"/>
            <ac:cxnSpMk id="21" creationId="{5BEF678B-3675-459C-B193-C50A2803C883}"/>
          </ac:cxnSpMkLst>
        </pc:cxnChg>
        <pc:cxnChg chg="add mod">
          <ac:chgData name="rosh patel" userId="436be1530491d192" providerId="LiveId" clId="{4C92133A-A3D0-4953-8C7C-D677EA0B2586}" dt="2025-12-16T05:02:37.415" v="599" actId="208"/>
          <ac:cxnSpMkLst>
            <pc:docMk/>
            <pc:sldMk cId="3813418513" sldId="269"/>
            <ac:cxnSpMk id="27" creationId="{FF178BB2-1881-4838-8DD0-BBF524BBCF3D}"/>
          </ac:cxnSpMkLst>
        </pc:cxnChg>
      </pc:sldChg>
      <pc:sldChg chg="add del">
        <pc:chgData name="rosh patel" userId="436be1530491d192" providerId="LiveId" clId="{4C92133A-A3D0-4953-8C7C-D677EA0B2586}" dt="2025-12-15T03:16:17.914" v="21"/>
        <pc:sldMkLst>
          <pc:docMk/>
          <pc:sldMk cId="2942551585" sldId="270"/>
        </pc:sldMkLst>
      </pc:sldChg>
      <pc:sldChg chg="addSp modSp new mod">
        <pc:chgData name="rosh patel" userId="436be1530491d192" providerId="LiveId" clId="{4C92133A-A3D0-4953-8C7C-D677EA0B2586}" dt="2025-12-15T03:35:53.157" v="110" actId="1076"/>
        <pc:sldMkLst>
          <pc:docMk/>
          <pc:sldMk cId="3052639127" sldId="270"/>
        </pc:sldMkLst>
        <pc:spChg chg="mod">
          <ac:chgData name="rosh patel" userId="436be1530491d192" providerId="LiveId" clId="{4C92133A-A3D0-4953-8C7C-D677EA0B2586}" dt="2025-12-15T03:16:51.316" v="26"/>
          <ac:spMkLst>
            <pc:docMk/>
            <pc:sldMk cId="3052639127" sldId="270"/>
            <ac:spMk id="3" creationId="{294DDFE0-E9F2-4673-A7CE-AECE12F42A16}"/>
          </ac:spMkLst>
        </pc:spChg>
        <pc:spChg chg="mod">
          <ac:chgData name="rosh patel" userId="436be1530491d192" providerId="LiveId" clId="{4C92133A-A3D0-4953-8C7C-D677EA0B2586}" dt="2025-12-15T03:16:51.316" v="26"/>
          <ac:spMkLst>
            <pc:docMk/>
            <pc:sldMk cId="3052639127" sldId="270"/>
            <ac:spMk id="4" creationId="{0FB56E36-F173-47E6-852E-628FB10B3C00}"/>
          </ac:spMkLst>
        </pc:spChg>
        <pc:spChg chg="mod">
          <ac:chgData name="rosh patel" userId="436be1530491d192" providerId="LiveId" clId="{4C92133A-A3D0-4953-8C7C-D677EA0B2586}" dt="2025-12-15T03:16:51.316" v="26"/>
          <ac:spMkLst>
            <pc:docMk/>
            <pc:sldMk cId="3052639127" sldId="270"/>
            <ac:spMk id="6" creationId="{DBB53BC6-446A-42FE-88C6-A5835F9C863F}"/>
          </ac:spMkLst>
        </pc:spChg>
        <pc:spChg chg="mod">
          <ac:chgData name="rosh patel" userId="436be1530491d192" providerId="LiveId" clId="{4C92133A-A3D0-4953-8C7C-D677EA0B2586}" dt="2025-12-15T03:16:51.316" v="26"/>
          <ac:spMkLst>
            <pc:docMk/>
            <pc:sldMk cId="3052639127" sldId="270"/>
            <ac:spMk id="7" creationId="{F895EBC3-C889-4EEC-9285-EDBED9582E9D}"/>
          </ac:spMkLst>
        </pc:spChg>
        <pc:spChg chg="add mod">
          <ac:chgData name="rosh patel" userId="436be1530491d192" providerId="LiveId" clId="{4C92133A-A3D0-4953-8C7C-D677EA0B2586}" dt="2025-12-15T03:16:51.316" v="26"/>
          <ac:spMkLst>
            <pc:docMk/>
            <pc:sldMk cId="3052639127" sldId="270"/>
            <ac:spMk id="8" creationId="{172B1B9D-5506-47D3-B8EC-9E38908C2555}"/>
          </ac:spMkLst>
        </pc:spChg>
        <pc:spChg chg="add mod">
          <ac:chgData name="rosh patel" userId="436be1530491d192" providerId="LiveId" clId="{4C92133A-A3D0-4953-8C7C-D677EA0B2586}" dt="2025-12-15T03:16:51.316" v="26"/>
          <ac:spMkLst>
            <pc:docMk/>
            <pc:sldMk cId="3052639127" sldId="270"/>
            <ac:spMk id="9" creationId="{D6613DB8-A0F5-4AC9-823E-1C46B54F2482}"/>
          </ac:spMkLst>
        </pc:spChg>
        <pc:spChg chg="mod">
          <ac:chgData name="rosh patel" userId="436be1530491d192" providerId="LiveId" clId="{4C92133A-A3D0-4953-8C7C-D677EA0B2586}" dt="2025-12-15T03:16:51.316" v="26"/>
          <ac:spMkLst>
            <pc:docMk/>
            <pc:sldMk cId="3052639127" sldId="270"/>
            <ac:spMk id="11" creationId="{70FDC74C-3164-43EB-B8FE-E66E73A45422}"/>
          </ac:spMkLst>
        </pc:spChg>
        <pc:spChg chg="mod">
          <ac:chgData name="rosh patel" userId="436be1530491d192" providerId="LiveId" clId="{4C92133A-A3D0-4953-8C7C-D677EA0B2586}" dt="2025-12-15T03:16:51.316" v="26"/>
          <ac:spMkLst>
            <pc:docMk/>
            <pc:sldMk cId="3052639127" sldId="270"/>
            <ac:spMk id="12" creationId="{CFCB83A5-8AB9-4E96-BE30-9482BD31DA85}"/>
          </ac:spMkLst>
        </pc:spChg>
        <pc:grpChg chg="add mod">
          <ac:chgData name="rosh patel" userId="436be1530491d192" providerId="LiveId" clId="{4C92133A-A3D0-4953-8C7C-D677EA0B2586}" dt="2025-12-15T03:16:51.316" v="26"/>
          <ac:grpSpMkLst>
            <pc:docMk/>
            <pc:sldMk cId="3052639127" sldId="270"/>
            <ac:grpSpMk id="2" creationId="{9B0D7378-F5DF-415E-8C32-521F0D573DFA}"/>
          </ac:grpSpMkLst>
        </pc:grpChg>
        <pc:grpChg chg="add mod">
          <ac:chgData name="rosh patel" userId="436be1530491d192" providerId="LiveId" clId="{4C92133A-A3D0-4953-8C7C-D677EA0B2586}" dt="2025-12-15T03:16:51.316" v="26"/>
          <ac:grpSpMkLst>
            <pc:docMk/>
            <pc:sldMk cId="3052639127" sldId="270"/>
            <ac:grpSpMk id="5" creationId="{CC9BA02D-24B3-4EE0-89A4-1DFBE27231CB}"/>
          </ac:grpSpMkLst>
        </pc:grpChg>
        <pc:grpChg chg="add mod">
          <ac:chgData name="rosh patel" userId="436be1530491d192" providerId="LiveId" clId="{4C92133A-A3D0-4953-8C7C-D677EA0B2586}" dt="2025-12-15T03:16:51.316" v="26"/>
          <ac:grpSpMkLst>
            <pc:docMk/>
            <pc:sldMk cId="3052639127" sldId="270"/>
            <ac:grpSpMk id="10" creationId="{53C33DDB-F3AC-408E-8AD6-41AAFC3BFD9B}"/>
          </ac:grpSpMkLst>
        </pc:grpChg>
        <pc:picChg chg="add mod">
          <ac:chgData name="rosh patel" userId="436be1530491d192" providerId="LiveId" clId="{4C92133A-A3D0-4953-8C7C-D677EA0B2586}" dt="2025-12-15T03:35:53.157" v="110" actId="1076"/>
          <ac:picMkLst>
            <pc:docMk/>
            <pc:sldMk cId="3052639127" sldId="270"/>
            <ac:picMk id="14" creationId="{3BAE5549-EECB-4D2A-8EE3-2FDDD1BBFDCD}"/>
          </ac:picMkLst>
        </pc:picChg>
      </pc:sldChg>
      <pc:sldChg chg="addSp delSp modSp new mod modAnim">
        <pc:chgData name="rosh patel" userId="436be1530491d192" providerId="LiveId" clId="{4C92133A-A3D0-4953-8C7C-D677EA0B2586}" dt="2025-12-16T06:08:28.503" v="945"/>
        <pc:sldMkLst>
          <pc:docMk/>
          <pc:sldMk cId="1948251093" sldId="271"/>
        </pc:sldMkLst>
        <pc:spChg chg="mod">
          <ac:chgData name="rosh patel" userId="436be1530491d192" providerId="LiveId" clId="{4C92133A-A3D0-4953-8C7C-D677EA0B2586}" dt="2025-12-15T03:16:56.730" v="28"/>
          <ac:spMkLst>
            <pc:docMk/>
            <pc:sldMk cId="1948251093" sldId="271"/>
            <ac:spMk id="3" creationId="{9F807BC7-71FC-46C8-A025-B1460BDC5F99}"/>
          </ac:spMkLst>
        </pc:spChg>
        <pc:spChg chg="mod">
          <ac:chgData name="rosh patel" userId="436be1530491d192" providerId="LiveId" clId="{4C92133A-A3D0-4953-8C7C-D677EA0B2586}" dt="2025-12-15T03:16:56.730" v="28"/>
          <ac:spMkLst>
            <pc:docMk/>
            <pc:sldMk cId="1948251093" sldId="271"/>
            <ac:spMk id="4" creationId="{90BB9BA7-AE2E-4DBE-B149-028F30C31055}"/>
          </ac:spMkLst>
        </pc:spChg>
        <pc:spChg chg="mod">
          <ac:chgData name="rosh patel" userId="436be1530491d192" providerId="LiveId" clId="{4C92133A-A3D0-4953-8C7C-D677EA0B2586}" dt="2025-12-15T03:16:56.730" v="28"/>
          <ac:spMkLst>
            <pc:docMk/>
            <pc:sldMk cId="1948251093" sldId="271"/>
            <ac:spMk id="6" creationId="{EDBF47AE-9A95-4031-89FF-F43AABCEC1F6}"/>
          </ac:spMkLst>
        </pc:spChg>
        <pc:spChg chg="mod">
          <ac:chgData name="rosh patel" userId="436be1530491d192" providerId="LiveId" clId="{4C92133A-A3D0-4953-8C7C-D677EA0B2586}" dt="2025-12-15T03:16:56.730" v="28"/>
          <ac:spMkLst>
            <pc:docMk/>
            <pc:sldMk cId="1948251093" sldId="271"/>
            <ac:spMk id="7" creationId="{8346102B-B606-488A-8E16-98CCD3B4D089}"/>
          </ac:spMkLst>
        </pc:spChg>
        <pc:spChg chg="add mod">
          <ac:chgData name="rosh patel" userId="436be1530491d192" providerId="LiveId" clId="{4C92133A-A3D0-4953-8C7C-D677EA0B2586}" dt="2025-12-15T03:16:56.730" v="28"/>
          <ac:spMkLst>
            <pc:docMk/>
            <pc:sldMk cId="1948251093" sldId="271"/>
            <ac:spMk id="8" creationId="{EBB182E3-A48B-4CC9-9FB9-10A066620FBE}"/>
          </ac:spMkLst>
        </pc:spChg>
        <pc:spChg chg="add mod">
          <ac:chgData name="rosh patel" userId="436be1530491d192" providerId="LiveId" clId="{4C92133A-A3D0-4953-8C7C-D677EA0B2586}" dt="2025-12-15T03:16:56.730" v="28"/>
          <ac:spMkLst>
            <pc:docMk/>
            <pc:sldMk cId="1948251093" sldId="271"/>
            <ac:spMk id="9" creationId="{5EC8821E-EF42-433A-A55C-EDCE7FF75161}"/>
          </ac:spMkLst>
        </pc:spChg>
        <pc:spChg chg="mod">
          <ac:chgData name="rosh patel" userId="436be1530491d192" providerId="LiveId" clId="{4C92133A-A3D0-4953-8C7C-D677EA0B2586}" dt="2025-12-15T03:16:56.730" v="28"/>
          <ac:spMkLst>
            <pc:docMk/>
            <pc:sldMk cId="1948251093" sldId="271"/>
            <ac:spMk id="11" creationId="{5B4B1AF2-542A-4DCA-801B-F52E8D644E8B}"/>
          </ac:spMkLst>
        </pc:spChg>
        <pc:spChg chg="mod">
          <ac:chgData name="rosh patel" userId="436be1530491d192" providerId="LiveId" clId="{4C92133A-A3D0-4953-8C7C-D677EA0B2586}" dt="2025-12-15T03:16:56.730" v="28"/>
          <ac:spMkLst>
            <pc:docMk/>
            <pc:sldMk cId="1948251093" sldId="271"/>
            <ac:spMk id="12" creationId="{DCB28B9E-4E23-4028-A3C1-C0989D33011D}"/>
          </ac:spMkLst>
        </pc:spChg>
        <pc:grpChg chg="add mod">
          <ac:chgData name="rosh patel" userId="436be1530491d192" providerId="LiveId" clId="{4C92133A-A3D0-4953-8C7C-D677EA0B2586}" dt="2025-12-15T03:16:56.730" v="28"/>
          <ac:grpSpMkLst>
            <pc:docMk/>
            <pc:sldMk cId="1948251093" sldId="271"/>
            <ac:grpSpMk id="2" creationId="{50B4C794-E32E-470B-A1F4-7CF9259CFF4D}"/>
          </ac:grpSpMkLst>
        </pc:grpChg>
        <pc:grpChg chg="add mod">
          <ac:chgData name="rosh patel" userId="436be1530491d192" providerId="LiveId" clId="{4C92133A-A3D0-4953-8C7C-D677EA0B2586}" dt="2025-12-15T03:16:56.730" v="28"/>
          <ac:grpSpMkLst>
            <pc:docMk/>
            <pc:sldMk cId="1948251093" sldId="271"/>
            <ac:grpSpMk id="5" creationId="{D5F4DAA4-2643-468D-B619-6AB15BED8D14}"/>
          </ac:grpSpMkLst>
        </pc:grpChg>
        <pc:grpChg chg="add mod">
          <ac:chgData name="rosh patel" userId="436be1530491d192" providerId="LiveId" clId="{4C92133A-A3D0-4953-8C7C-D677EA0B2586}" dt="2025-12-15T03:16:56.730" v="28"/>
          <ac:grpSpMkLst>
            <pc:docMk/>
            <pc:sldMk cId="1948251093" sldId="271"/>
            <ac:grpSpMk id="10" creationId="{5A3837A8-F559-4610-9BB6-FD040EACB914}"/>
          </ac:grpSpMkLst>
        </pc:grpChg>
        <pc:picChg chg="add mod">
          <ac:chgData name="rosh patel" userId="436be1530491d192" providerId="LiveId" clId="{4C92133A-A3D0-4953-8C7C-D677EA0B2586}" dt="2025-12-16T06:04:32.703" v="923" actId="1076"/>
          <ac:picMkLst>
            <pc:docMk/>
            <pc:sldMk cId="1948251093" sldId="271"/>
            <ac:picMk id="14" creationId="{24D7C76A-CC38-44F5-A53B-A3047D8D6ECF}"/>
          </ac:picMkLst>
        </pc:picChg>
        <pc:picChg chg="add del mod modCrop">
          <ac:chgData name="rosh patel" userId="436be1530491d192" providerId="LiveId" clId="{4C92133A-A3D0-4953-8C7C-D677EA0B2586}" dt="2025-12-16T06:02:08.084" v="909" actId="478"/>
          <ac:picMkLst>
            <pc:docMk/>
            <pc:sldMk cId="1948251093" sldId="271"/>
            <ac:picMk id="15" creationId="{FF58F260-63F4-41AE-BE71-4E67C182726F}"/>
          </ac:picMkLst>
        </pc:picChg>
        <pc:picChg chg="add mod">
          <ac:chgData name="rosh patel" userId="436be1530491d192" providerId="LiveId" clId="{4C92133A-A3D0-4953-8C7C-D677EA0B2586}" dt="2025-12-15T03:46:19.367" v="143" actId="1036"/>
          <ac:picMkLst>
            <pc:docMk/>
            <pc:sldMk cId="1948251093" sldId="271"/>
            <ac:picMk id="16" creationId="{8836A7B2-CA4C-4A6A-BE75-1FD32D689880}"/>
          </ac:picMkLst>
        </pc:picChg>
        <pc:picChg chg="add del mod">
          <ac:chgData name="rosh patel" userId="436be1530491d192" providerId="LiveId" clId="{4C92133A-A3D0-4953-8C7C-D677EA0B2586}" dt="2025-12-16T06:02:54.377" v="912" actId="478"/>
          <ac:picMkLst>
            <pc:docMk/>
            <pc:sldMk cId="1948251093" sldId="271"/>
            <ac:picMk id="18" creationId="{FD324359-164B-42ED-BB58-A671488AA829}"/>
          </ac:picMkLst>
        </pc:picChg>
        <pc:picChg chg="add mod">
          <ac:chgData name="rosh patel" userId="436be1530491d192" providerId="LiveId" clId="{4C92133A-A3D0-4953-8C7C-D677EA0B2586}" dt="2025-12-16T06:04:45.346" v="924" actId="1076"/>
          <ac:picMkLst>
            <pc:docMk/>
            <pc:sldMk cId="1948251093" sldId="271"/>
            <ac:picMk id="20" creationId="{72A28C24-66F4-4187-85D3-44DD75C5D269}"/>
          </ac:picMkLst>
        </pc:picChg>
        <pc:picChg chg="add mod">
          <ac:chgData name="rosh patel" userId="436be1530491d192" providerId="LiveId" clId="{4C92133A-A3D0-4953-8C7C-D677EA0B2586}" dt="2025-12-16T06:06:57.656" v="935" actId="1035"/>
          <ac:picMkLst>
            <pc:docMk/>
            <pc:sldMk cId="1948251093" sldId="271"/>
            <ac:picMk id="21" creationId="{E5C870B0-13DB-45BD-82FB-637604337A86}"/>
          </ac:picMkLst>
        </pc:picChg>
        <pc:picChg chg="add mod">
          <ac:chgData name="rosh patel" userId="436be1530491d192" providerId="LiveId" clId="{4C92133A-A3D0-4953-8C7C-D677EA0B2586}" dt="2025-12-16T06:07:10.814" v="936" actId="1076"/>
          <ac:picMkLst>
            <pc:docMk/>
            <pc:sldMk cId="1948251093" sldId="271"/>
            <ac:picMk id="22" creationId="{E2B13281-3B0B-4477-B560-6CD45B8A3AFA}"/>
          </ac:picMkLst>
        </pc:picChg>
        <pc:picChg chg="add mod">
          <ac:chgData name="rosh patel" userId="436be1530491d192" providerId="LiveId" clId="{4C92133A-A3D0-4953-8C7C-D677EA0B2586}" dt="2025-12-16T06:07:30.152" v="938" actId="1076"/>
          <ac:picMkLst>
            <pc:docMk/>
            <pc:sldMk cId="1948251093" sldId="271"/>
            <ac:picMk id="23" creationId="{F89A4BE4-AADA-49E5-8CA3-2CA518CC09EC}"/>
          </ac:picMkLst>
        </pc:picChg>
        <pc:picChg chg="add mod">
          <ac:chgData name="rosh patel" userId="436be1530491d192" providerId="LiveId" clId="{4C92133A-A3D0-4953-8C7C-D677EA0B2586}" dt="2025-12-16T06:07:54.540" v="940" actId="1076"/>
          <ac:picMkLst>
            <pc:docMk/>
            <pc:sldMk cId="1948251093" sldId="271"/>
            <ac:picMk id="24" creationId="{37CA6206-4E9D-43D7-89A9-B5D61F5617E5}"/>
          </ac:picMkLst>
        </pc:picChg>
      </pc:sldChg>
      <pc:sldChg chg="add del">
        <pc:chgData name="rosh patel" userId="436be1530491d192" providerId="LiveId" clId="{4C92133A-A3D0-4953-8C7C-D677EA0B2586}" dt="2025-12-15T03:16:17.914" v="21"/>
        <pc:sldMkLst>
          <pc:docMk/>
          <pc:sldMk cId="2025170442" sldId="271"/>
        </pc:sldMkLst>
      </pc:sldChg>
      <pc:sldChg chg="addSp modSp new mod modAnim">
        <pc:chgData name="rosh patel" userId="436be1530491d192" providerId="LiveId" clId="{4C92133A-A3D0-4953-8C7C-D677EA0B2586}" dt="2025-12-16T07:40:59.230" v="965" actId="1076"/>
        <pc:sldMkLst>
          <pc:docMk/>
          <pc:sldMk cId="409967879" sldId="272"/>
        </pc:sldMkLst>
        <pc:spChg chg="mod">
          <ac:chgData name="rosh patel" userId="436be1530491d192" providerId="LiveId" clId="{4C92133A-A3D0-4953-8C7C-D677EA0B2586}" dt="2025-12-15T03:17:01.031" v="30"/>
          <ac:spMkLst>
            <pc:docMk/>
            <pc:sldMk cId="409967879" sldId="272"/>
            <ac:spMk id="3" creationId="{B50CEE0B-5BA4-4C71-B269-DD963A6206AA}"/>
          </ac:spMkLst>
        </pc:spChg>
        <pc:spChg chg="mod">
          <ac:chgData name="rosh patel" userId="436be1530491d192" providerId="LiveId" clId="{4C92133A-A3D0-4953-8C7C-D677EA0B2586}" dt="2025-12-15T03:17:01.031" v="30"/>
          <ac:spMkLst>
            <pc:docMk/>
            <pc:sldMk cId="409967879" sldId="272"/>
            <ac:spMk id="4" creationId="{AE5B8EAC-0AF3-40F6-9361-F99D3664D1DE}"/>
          </ac:spMkLst>
        </pc:spChg>
        <pc:spChg chg="mod">
          <ac:chgData name="rosh patel" userId="436be1530491d192" providerId="LiveId" clId="{4C92133A-A3D0-4953-8C7C-D677EA0B2586}" dt="2025-12-15T03:17:01.031" v="30"/>
          <ac:spMkLst>
            <pc:docMk/>
            <pc:sldMk cId="409967879" sldId="272"/>
            <ac:spMk id="6" creationId="{F1E9531C-CCA5-4A44-9E5A-B445CD219BF3}"/>
          </ac:spMkLst>
        </pc:spChg>
        <pc:spChg chg="mod">
          <ac:chgData name="rosh patel" userId="436be1530491d192" providerId="LiveId" clId="{4C92133A-A3D0-4953-8C7C-D677EA0B2586}" dt="2025-12-15T03:17:01.031" v="30"/>
          <ac:spMkLst>
            <pc:docMk/>
            <pc:sldMk cId="409967879" sldId="272"/>
            <ac:spMk id="7" creationId="{13EE97EE-C669-4BD1-88AB-FEF2FA6686D8}"/>
          </ac:spMkLst>
        </pc:spChg>
        <pc:spChg chg="add mod">
          <ac:chgData name="rosh patel" userId="436be1530491d192" providerId="LiveId" clId="{4C92133A-A3D0-4953-8C7C-D677EA0B2586}" dt="2025-12-15T03:17:01.031" v="30"/>
          <ac:spMkLst>
            <pc:docMk/>
            <pc:sldMk cId="409967879" sldId="272"/>
            <ac:spMk id="8" creationId="{0E4107DD-0CA9-4C71-B474-3152478385BF}"/>
          </ac:spMkLst>
        </pc:spChg>
        <pc:spChg chg="add mod">
          <ac:chgData name="rosh patel" userId="436be1530491d192" providerId="LiveId" clId="{4C92133A-A3D0-4953-8C7C-D677EA0B2586}" dt="2025-12-15T03:17:01.031" v="30"/>
          <ac:spMkLst>
            <pc:docMk/>
            <pc:sldMk cId="409967879" sldId="272"/>
            <ac:spMk id="9" creationId="{0D9C63A5-C585-4000-9219-36DDB6F8BEF1}"/>
          </ac:spMkLst>
        </pc:spChg>
        <pc:spChg chg="mod">
          <ac:chgData name="rosh patel" userId="436be1530491d192" providerId="LiveId" clId="{4C92133A-A3D0-4953-8C7C-D677EA0B2586}" dt="2025-12-15T03:17:01.031" v="30"/>
          <ac:spMkLst>
            <pc:docMk/>
            <pc:sldMk cId="409967879" sldId="272"/>
            <ac:spMk id="11" creationId="{59C1D18B-C1FF-4BDB-94E7-BEAFCE7E0285}"/>
          </ac:spMkLst>
        </pc:spChg>
        <pc:spChg chg="mod">
          <ac:chgData name="rosh patel" userId="436be1530491d192" providerId="LiveId" clId="{4C92133A-A3D0-4953-8C7C-D677EA0B2586}" dt="2025-12-15T03:17:01.031" v="30"/>
          <ac:spMkLst>
            <pc:docMk/>
            <pc:sldMk cId="409967879" sldId="272"/>
            <ac:spMk id="12" creationId="{9DE085EC-EEC1-4DE4-83E4-3AEF51BEE665}"/>
          </ac:spMkLst>
        </pc:spChg>
        <pc:grpChg chg="add mod">
          <ac:chgData name="rosh patel" userId="436be1530491d192" providerId="LiveId" clId="{4C92133A-A3D0-4953-8C7C-D677EA0B2586}" dt="2025-12-15T03:17:01.031" v="30"/>
          <ac:grpSpMkLst>
            <pc:docMk/>
            <pc:sldMk cId="409967879" sldId="272"/>
            <ac:grpSpMk id="2" creationId="{09EBD5CC-BC9F-4F3A-9763-D319D2857449}"/>
          </ac:grpSpMkLst>
        </pc:grpChg>
        <pc:grpChg chg="add mod">
          <ac:chgData name="rosh patel" userId="436be1530491d192" providerId="LiveId" clId="{4C92133A-A3D0-4953-8C7C-D677EA0B2586}" dt="2025-12-15T03:17:01.031" v="30"/>
          <ac:grpSpMkLst>
            <pc:docMk/>
            <pc:sldMk cId="409967879" sldId="272"/>
            <ac:grpSpMk id="5" creationId="{ED5FD0F8-ABC5-473B-BA17-B283EE166466}"/>
          </ac:grpSpMkLst>
        </pc:grpChg>
        <pc:grpChg chg="add mod">
          <ac:chgData name="rosh patel" userId="436be1530491d192" providerId="LiveId" clId="{4C92133A-A3D0-4953-8C7C-D677EA0B2586}" dt="2025-12-15T03:17:01.031" v="30"/>
          <ac:grpSpMkLst>
            <pc:docMk/>
            <pc:sldMk cId="409967879" sldId="272"/>
            <ac:grpSpMk id="10" creationId="{849808D5-6A48-4763-A5D7-8FBEBFFCC78B}"/>
          </ac:grpSpMkLst>
        </pc:grpChg>
        <pc:picChg chg="add mod">
          <ac:chgData name="rosh patel" userId="436be1530491d192" providerId="LiveId" clId="{4C92133A-A3D0-4953-8C7C-D677EA0B2586}" dt="2025-12-16T07:39:37.042" v="956" actId="1076"/>
          <ac:picMkLst>
            <pc:docMk/>
            <pc:sldMk cId="409967879" sldId="272"/>
            <ac:picMk id="14" creationId="{92B7798C-9AB5-47D2-97C4-0A705C8F928C}"/>
          </ac:picMkLst>
        </pc:picChg>
        <pc:picChg chg="add mod">
          <ac:chgData name="rosh patel" userId="436be1530491d192" providerId="LiveId" clId="{4C92133A-A3D0-4953-8C7C-D677EA0B2586}" dt="2025-12-16T07:40:07.308" v="961" actId="1076"/>
          <ac:picMkLst>
            <pc:docMk/>
            <pc:sldMk cId="409967879" sldId="272"/>
            <ac:picMk id="15" creationId="{5309A548-BA8E-4053-A2A6-A0B94635AF5E}"/>
          </ac:picMkLst>
        </pc:picChg>
        <pc:picChg chg="add mod">
          <ac:chgData name="rosh patel" userId="436be1530491d192" providerId="LiveId" clId="{4C92133A-A3D0-4953-8C7C-D677EA0B2586}" dt="2025-12-16T07:40:10.541" v="962" actId="1076"/>
          <ac:picMkLst>
            <pc:docMk/>
            <pc:sldMk cId="409967879" sldId="272"/>
            <ac:picMk id="16" creationId="{A909A8F9-575F-4795-A6DF-6B88124F1289}"/>
          </ac:picMkLst>
        </pc:picChg>
        <pc:picChg chg="add mod">
          <ac:chgData name="rosh patel" userId="436be1530491d192" providerId="LiveId" clId="{4C92133A-A3D0-4953-8C7C-D677EA0B2586}" dt="2025-12-16T07:40:24.750" v="963" actId="1076"/>
          <ac:picMkLst>
            <pc:docMk/>
            <pc:sldMk cId="409967879" sldId="272"/>
            <ac:picMk id="17" creationId="{54B0E993-8300-421C-BB18-5F926D52C62D}"/>
          </ac:picMkLst>
        </pc:picChg>
        <pc:picChg chg="add mod">
          <ac:chgData name="rosh patel" userId="436be1530491d192" providerId="LiveId" clId="{4C92133A-A3D0-4953-8C7C-D677EA0B2586}" dt="2025-12-16T07:40:46.853" v="964" actId="1076"/>
          <ac:picMkLst>
            <pc:docMk/>
            <pc:sldMk cId="409967879" sldId="272"/>
            <ac:picMk id="18" creationId="{220B20C4-7C67-4A83-A7C7-8FBD643DEF81}"/>
          </ac:picMkLst>
        </pc:picChg>
        <pc:picChg chg="add mod">
          <ac:chgData name="rosh patel" userId="436be1530491d192" providerId="LiveId" clId="{4C92133A-A3D0-4953-8C7C-D677EA0B2586}" dt="2025-12-16T07:40:59.230" v="965" actId="1076"/>
          <ac:picMkLst>
            <pc:docMk/>
            <pc:sldMk cId="409967879" sldId="272"/>
            <ac:picMk id="19" creationId="{76349976-B8BD-4263-8823-4A2A8940E46B}"/>
          </ac:picMkLst>
        </pc:picChg>
      </pc:sldChg>
      <pc:sldChg chg="add del">
        <pc:chgData name="rosh patel" userId="436be1530491d192" providerId="LiveId" clId="{4C92133A-A3D0-4953-8C7C-D677EA0B2586}" dt="2025-12-15T03:16:17.914" v="21"/>
        <pc:sldMkLst>
          <pc:docMk/>
          <pc:sldMk cId="1936106316" sldId="272"/>
        </pc:sldMkLst>
      </pc:sldChg>
      <pc:sldChg chg="add del">
        <pc:chgData name="rosh patel" userId="436be1530491d192" providerId="LiveId" clId="{4C92133A-A3D0-4953-8C7C-D677EA0B2586}" dt="2025-12-15T03:16:17.914" v="21"/>
        <pc:sldMkLst>
          <pc:docMk/>
          <pc:sldMk cId="1551002504" sldId="273"/>
        </pc:sldMkLst>
      </pc:sldChg>
      <pc:sldChg chg="addSp modSp new mod modAnim">
        <pc:chgData name="rosh patel" userId="436be1530491d192" providerId="LiveId" clId="{4C92133A-A3D0-4953-8C7C-D677EA0B2586}" dt="2025-12-16T04:35:06.777" v="524"/>
        <pc:sldMkLst>
          <pc:docMk/>
          <pc:sldMk cId="2088003818" sldId="273"/>
        </pc:sldMkLst>
        <pc:spChg chg="mod">
          <ac:chgData name="rosh patel" userId="436be1530491d192" providerId="LiveId" clId="{4C92133A-A3D0-4953-8C7C-D677EA0B2586}" dt="2025-12-15T03:17:05.846" v="32"/>
          <ac:spMkLst>
            <pc:docMk/>
            <pc:sldMk cId="2088003818" sldId="273"/>
            <ac:spMk id="3" creationId="{9A8DCCF3-C123-4B90-937E-68ECAA39F3A8}"/>
          </ac:spMkLst>
        </pc:spChg>
        <pc:spChg chg="mod">
          <ac:chgData name="rosh patel" userId="436be1530491d192" providerId="LiveId" clId="{4C92133A-A3D0-4953-8C7C-D677EA0B2586}" dt="2025-12-15T03:17:05.846" v="32"/>
          <ac:spMkLst>
            <pc:docMk/>
            <pc:sldMk cId="2088003818" sldId="273"/>
            <ac:spMk id="4" creationId="{C14F6DB9-7B06-4405-B650-94AB4BD28882}"/>
          </ac:spMkLst>
        </pc:spChg>
        <pc:spChg chg="mod">
          <ac:chgData name="rosh patel" userId="436be1530491d192" providerId="LiveId" clId="{4C92133A-A3D0-4953-8C7C-D677EA0B2586}" dt="2025-12-15T03:17:05.846" v="32"/>
          <ac:spMkLst>
            <pc:docMk/>
            <pc:sldMk cId="2088003818" sldId="273"/>
            <ac:spMk id="6" creationId="{F7209384-3E76-49CC-AD2C-3A41E1B36856}"/>
          </ac:spMkLst>
        </pc:spChg>
        <pc:spChg chg="mod">
          <ac:chgData name="rosh patel" userId="436be1530491d192" providerId="LiveId" clId="{4C92133A-A3D0-4953-8C7C-D677EA0B2586}" dt="2025-12-15T03:17:05.846" v="32"/>
          <ac:spMkLst>
            <pc:docMk/>
            <pc:sldMk cId="2088003818" sldId="273"/>
            <ac:spMk id="7" creationId="{212CDBBA-4E09-4559-B279-D37B3E6F5693}"/>
          </ac:spMkLst>
        </pc:spChg>
        <pc:spChg chg="add mod">
          <ac:chgData name="rosh patel" userId="436be1530491d192" providerId="LiveId" clId="{4C92133A-A3D0-4953-8C7C-D677EA0B2586}" dt="2025-12-15T03:17:05.846" v="32"/>
          <ac:spMkLst>
            <pc:docMk/>
            <pc:sldMk cId="2088003818" sldId="273"/>
            <ac:spMk id="8" creationId="{A0BA1E0D-D97F-4270-9ABD-C4BE942FE349}"/>
          </ac:spMkLst>
        </pc:spChg>
        <pc:spChg chg="add mod">
          <ac:chgData name="rosh patel" userId="436be1530491d192" providerId="LiveId" clId="{4C92133A-A3D0-4953-8C7C-D677EA0B2586}" dt="2025-12-15T03:17:05.846" v="32"/>
          <ac:spMkLst>
            <pc:docMk/>
            <pc:sldMk cId="2088003818" sldId="273"/>
            <ac:spMk id="9" creationId="{CA65EF6D-EB72-46EF-A811-82D8D7A55A4A}"/>
          </ac:spMkLst>
        </pc:spChg>
        <pc:spChg chg="mod">
          <ac:chgData name="rosh patel" userId="436be1530491d192" providerId="LiveId" clId="{4C92133A-A3D0-4953-8C7C-D677EA0B2586}" dt="2025-12-15T03:17:05.846" v="32"/>
          <ac:spMkLst>
            <pc:docMk/>
            <pc:sldMk cId="2088003818" sldId="273"/>
            <ac:spMk id="11" creationId="{1B5E31D0-90C0-4C9F-8CB5-2929D4DFFCE5}"/>
          </ac:spMkLst>
        </pc:spChg>
        <pc:spChg chg="mod">
          <ac:chgData name="rosh patel" userId="436be1530491d192" providerId="LiveId" clId="{4C92133A-A3D0-4953-8C7C-D677EA0B2586}" dt="2025-12-15T03:17:05.846" v="32"/>
          <ac:spMkLst>
            <pc:docMk/>
            <pc:sldMk cId="2088003818" sldId="273"/>
            <ac:spMk id="12" creationId="{258A64F5-B253-4700-8613-BE41D413BCCB}"/>
          </ac:spMkLst>
        </pc:spChg>
        <pc:spChg chg="add mod">
          <ac:chgData name="rosh patel" userId="436be1530491d192" providerId="LiveId" clId="{4C92133A-A3D0-4953-8C7C-D677EA0B2586}" dt="2025-12-16T04:32:01.266" v="489"/>
          <ac:spMkLst>
            <pc:docMk/>
            <pc:sldMk cId="2088003818" sldId="273"/>
            <ac:spMk id="15" creationId="{3DAE87D0-1717-4D8C-BC06-82920DDB5282}"/>
          </ac:spMkLst>
        </pc:spChg>
        <pc:spChg chg="add mod">
          <ac:chgData name="rosh patel" userId="436be1530491d192" providerId="LiveId" clId="{4C92133A-A3D0-4953-8C7C-D677EA0B2586}" dt="2025-12-16T04:32:19.222" v="493" actId="108"/>
          <ac:spMkLst>
            <pc:docMk/>
            <pc:sldMk cId="2088003818" sldId="273"/>
            <ac:spMk id="17" creationId="{B46AB569-3334-478A-881B-55E0FD3537F6}"/>
          </ac:spMkLst>
        </pc:spChg>
        <pc:spChg chg="add mod">
          <ac:chgData name="rosh patel" userId="436be1530491d192" providerId="LiveId" clId="{4C92133A-A3D0-4953-8C7C-D677EA0B2586}" dt="2025-12-16T04:32:58.999" v="499" actId="1076"/>
          <ac:spMkLst>
            <pc:docMk/>
            <pc:sldMk cId="2088003818" sldId="273"/>
            <ac:spMk id="19" creationId="{10357993-8AB2-4F1A-97A3-27C120CA96A2}"/>
          </ac:spMkLst>
        </pc:spChg>
        <pc:spChg chg="add mod">
          <ac:chgData name="rosh patel" userId="436be1530491d192" providerId="LiveId" clId="{4C92133A-A3D0-4953-8C7C-D677EA0B2586}" dt="2025-12-16T04:34:14.974" v="517" actId="1035"/>
          <ac:spMkLst>
            <pc:docMk/>
            <pc:sldMk cId="2088003818" sldId="273"/>
            <ac:spMk id="21" creationId="{AE21C29B-8EE1-4964-9E08-9A2D4A834BA5}"/>
          </ac:spMkLst>
        </pc:spChg>
        <pc:spChg chg="add mod">
          <ac:chgData name="rosh patel" userId="436be1530491d192" providerId="LiveId" clId="{4C92133A-A3D0-4953-8C7C-D677EA0B2586}" dt="2025-12-16T04:34:07.480" v="516" actId="1035"/>
          <ac:spMkLst>
            <pc:docMk/>
            <pc:sldMk cId="2088003818" sldId="273"/>
            <ac:spMk id="23" creationId="{5D9861CD-A45D-4BDC-AD5E-7950FEC8D0B3}"/>
          </ac:spMkLst>
        </pc:spChg>
        <pc:grpChg chg="add mod">
          <ac:chgData name="rosh patel" userId="436be1530491d192" providerId="LiveId" clId="{4C92133A-A3D0-4953-8C7C-D677EA0B2586}" dt="2025-12-15T03:17:05.846" v="32"/>
          <ac:grpSpMkLst>
            <pc:docMk/>
            <pc:sldMk cId="2088003818" sldId="273"/>
            <ac:grpSpMk id="2" creationId="{F7123D43-D1D5-4F23-8BF7-A99222F434BF}"/>
          </ac:grpSpMkLst>
        </pc:grpChg>
        <pc:grpChg chg="add mod">
          <ac:chgData name="rosh patel" userId="436be1530491d192" providerId="LiveId" clId="{4C92133A-A3D0-4953-8C7C-D677EA0B2586}" dt="2025-12-15T03:17:05.846" v="32"/>
          <ac:grpSpMkLst>
            <pc:docMk/>
            <pc:sldMk cId="2088003818" sldId="273"/>
            <ac:grpSpMk id="5" creationId="{56C527CD-F63B-47D6-89F7-A3B07F8A7DDD}"/>
          </ac:grpSpMkLst>
        </pc:grpChg>
        <pc:grpChg chg="add mod">
          <ac:chgData name="rosh patel" userId="436be1530491d192" providerId="LiveId" clId="{4C92133A-A3D0-4953-8C7C-D677EA0B2586}" dt="2025-12-15T03:17:05.846" v="32"/>
          <ac:grpSpMkLst>
            <pc:docMk/>
            <pc:sldMk cId="2088003818" sldId="273"/>
            <ac:grpSpMk id="10" creationId="{32B0EC43-7625-4659-B2CA-9463D10D0EC6}"/>
          </ac:grpSpMkLst>
        </pc:grpChg>
        <pc:picChg chg="add mod">
          <ac:chgData name="rosh patel" userId="436be1530491d192" providerId="LiveId" clId="{4C92133A-A3D0-4953-8C7C-D677EA0B2586}" dt="2025-12-15T03:48:24.932" v="164" actId="14100"/>
          <ac:picMkLst>
            <pc:docMk/>
            <pc:sldMk cId="2088003818" sldId="273"/>
            <ac:picMk id="14" creationId="{1C214513-2DCA-4F34-B7D4-983C29C4FF01}"/>
          </ac:picMkLst>
        </pc:picChg>
      </pc:sldChg>
      <pc:sldChg chg="addSp delSp modSp new mod">
        <pc:chgData name="rosh patel" userId="436be1530491d192" providerId="LiveId" clId="{4C92133A-A3D0-4953-8C7C-D677EA0B2586}" dt="2025-12-16T03:27:36.343" v="282" actId="1076"/>
        <pc:sldMkLst>
          <pc:docMk/>
          <pc:sldMk cId="2081803719" sldId="274"/>
        </pc:sldMkLst>
        <pc:spChg chg="mod">
          <ac:chgData name="rosh patel" userId="436be1530491d192" providerId="LiveId" clId="{4C92133A-A3D0-4953-8C7C-D677EA0B2586}" dt="2025-12-15T03:17:09.362" v="34"/>
          <ac:spMkLst>
            <pc:docMk/>
            <pc:sldMk cId="2081803719" sldId="274"/>
            <ac:spMk id="3" creationId="{1AE7219E-3591-4F7A-A454-6C4D2D20398B}"/>
          </ac:spMkLst>
        </pc:spChg>
        <pc:spChg chg="mod">
          <ac:chgData name="rosh patel" userId="436be1530491d192" providerId="LiveId" clId="{4C92133A-A3D0-4953-8C7C-D677EA0B2586}" dt="2025-12-15T03:17:09.362" v="34"/>
          <ac:spMkLst>
            <pc:docMk/>
            <pc:sldMk cId="2081803719" sldId="274"/>
            <ac:spMk id="4" creationId="{8A3EAEF1-A5D5-4C6E-A6AB-1C8E732F507B}"/>
          </ac:spMkLst>
        </pc:spChg>
        <pc:spChg chg="mod">
          <ac:chgData name="rosh patel" userId="436be1530491d192" providerId="LiveId" clId="{4C92133A-A3D0-4953-8C7C-D677EA0B2586}" dt="2025-12-15T03:17:09.362" v="34"/>
          <ac:spMkLst>
            <pc:docMk/>
            <pc:sldMk cId="2081803719" sldId="274"/>
            <ac:spMk id="6" creationId="{A1581C5B-8FFE-49E4-B43F-F47DC3EF75A4}"/>
          </ac:spMkLst>
        </pc:spChg>
        <pc:spChg chg="mod">
          <ac:chgData name="rosh patel" userId="436be1530491d192" providerId="LiveId" clId="{4C92133A-A3D0-4953-8C7C-D677EA0B2586}" dt="2025-12-15T03:17:09.362" v="34"/>
          <ac:spMkLst>
            <pc:docMk/>
            <pc:sldMk cId="2081803719" sldId="274"/>
            <ac:spMk id="7" creationId="{B31EDA8A-EE27-4D0C-912F-12DD76DD5753}"/>
          </ac:spMkLst>
        </pc:spChg>
        <pc:spChg chg="add mod">
          <ac:chgData name="rosh patel" userId="436be1530491d192" providerId="LiveId" clId="{4C92133A-A3D0-4953-8C7C-D677EA0B2586}" dt="2025-12-15T03:17:09.362" v="34"/>
          <ac:spMkLst>
            <pc:docMk/>
            <pc:sldMk cId="2081803719" sldId="274"/>
            <ac:spMk id="8" creationId="{943992C6-3102-4320-BC76-F9ED7B5DCEB1}"/>
          </ac:spMkLst>
        </pc:spChg>
        <pc:spChg chg="add mod">
          <ac:chgData name="rosh patel" userId="436be1530491d192" providerId="LiveId" clId="{4C92133A-A3D0-4953-8C7C-D677EA0B2586}" dt="2025-12-15T03:17:09.362" v="34"/>
          <ac:spMkLst>
            <pc:docMk/>
            <pc:sldMk cId="2081803719" sldId="274"/>
            <ac:spMk id="9" creationId="{FC1E7039-7AFA-4B75-93F0-4958B295A101}"/>
          </ac:spMkLst>
        </pc:spChg>
        <pc:spChg chg="mod">
          <ac:chgData name="rosh patel" userId="436be1530491d192" providerId="LiveId" clId="{4C92133A-A3D0-4953-8C7C-D677EA0B2586}" dt="2025-12-15T03:17:09.362" v="34"/>
          <ac:spMkLst>
            <pc:docMk/>
            <pc:sldMk cId="2081803719" sldId="274"/>
            <ac:spMk id="11" creationId="{770DD40C-1502-4C93-8702-C1891FF47B58}"/>
          </ac:spMkLst>
        </pc:spChg>
        <pc:spChg chg="mod">
          <ac:chgData name="rosh patel" userId="436be1530491d192" providerId="LiveId" clId="{4C92133A-A3D0-4953-8C7C-D677EA0B2586}" dt="2025-12-15T03:17:09.362" v="34"/>
          <ac:spMkLst>
            <pc:docMk/>
            <pc:sldMk cId="2081803719" sldId="274"/>
            <ac:spMk id="12" creationId="{8A374FB1-55D5-4555-8EDC-8172E710AB94}"/>
          </ac:spMkLst>
        </pc:spChg>
        <pc:spChg chg="add del mod">
          <ac:chgData name="rosh patel" userId="436be1530491d192" providerId="LiveId" clId="{4C92133A-A3D0-4953-8C7C-D677EA0B2586}" dt="2025-12-16T03:27:22.421" v="277" actId="21"/>
          <ac:spMkLst>
            <pc:docMk/>
            <pc:sldMk cId="2081803719" sldId="274"/>
            <ac:spMk id="14" creationId="{746D4935-C49C-4E3C-8A63-0D5FC3F6B276}"/>
          </ac:spMkLst>
        </pc:spChg>
        <pc:spChg chg="add del mod">
          <ac:chgData name="rosh patel" userId="436be1530491d192" providerId="LiveId" clId="{4C92133A-A3D0-4953-8C7C-D677EA0B2586}" dt="2025-12-15T03:49:38.720" v="168" actId="478"/>
          <ac:spMkLst>
            <pc:docMk/>
            <pc:sldMk cId="2081803719" sldId="274"/>
            <ac:spMk id="15" creationId="{5B9279A4-4F59-44C8-BE62-E96ED40549FA}"/>
          </ac:spMkLst>
        </pc:spChg>
        <pc:spChg chg="add mod">
          <ac:chgData name="rosh patel" userId="436be1530491d192" providerId="LiveId" clId="{4C92133A-A3D0-4953-8C7C-D677EA0B2586}" dt="2025-12-15T04:04:59.366" v="263" actId="1076"/>
          <ac:spMkLst>
            <pc:docMk/>
            <pc:sldMk cId="2081803719" sldId="274"/>
            <ac:spMk id="17" creationId="{F31DC487-1890-49F6-82B0-59464EFB0624}"/>
          </ac:spMkLst>
        </pc:spChg>
        <pc:spChg chg="add mod">
          <ac:chgData name="rosh patel" userId="436be1530491d192" providerId="LiveId" clId="{4C92133A-A3D0-4953-8C7C-D677EA0B2586}" dt="2025-12-16T03:27:36.343" v="282" actId="1076"/>
          <ac:spMkLst>
            <pc:docMk/>
            <pc:sldMk cId="2081803719" sldId="274"/>
            <ac:spMk id="20" creationId="{F83F0588-827A-4A6E-A379-A1D5B7DBA0C7}"/>
          </ac:spMkLst>
        </pc:spChg>
        <pc:spChg chg="add mod">
          <ac:chgData name="rosh patel" userId="436be1530491d192" providerId="LiveId" clId="{4C92133A-A3D0-4953-8C7C-D677EA0B2586}" dt="2025-12-15T04:05:11.109" v="267" actId="20577"/>
          <ac:spMkLst>
            <pc:docMk/>
            <pc:sldMk cId="2081803719" sldId="274"/>
            <ac:spMk id="23" creationId="{DD91678D-C06E-467B-8787-0FF740210FCB}"/>
          </ac:spMkLst>
        </pc:spChg>
        <pc:grpChg chg="add mod">
          <ac:chgData name="rosh patel" userId="436be1530491d192" providerId="LiveId" clId="{4C92133A-A3D0-4953-8C7C-D677EA0B2586}" dt="2025-12-15T03:17:09.362" v="34"/>
          <ac:grpSpMkLst>
            <pc:docMk/>
            <pc:sldMk cId="2081803719" sldId="274"/>
            <ac:grpSpMk id="2" creationId="{4E263B4D-7A77-4E3A-9DD7-EA468CD29181}"/>
          </ac:grpSpMkLst>
        </pc:grpChg>
        <pc:grpChg chg="add mod">
          <ac:chgData name="rosh patel" userId="436be1530491d192" providerId="LiveId" clId="{4C92133A-A3D0-4953-8C7C-D677EA0B2586}" dt="2025-12-15T03:17:09.362" v="34"/>
          <ac:grpSpMkLst>
            <pc:docMk/>
            <pc:sldMk cId="2081803719" sldId="274"/>
            <ac:grpSpMk id="5" creationId="{DBB39256-32A7-4648-AC12-80E201502AB9}"/>
          </ac:grpSpMkLst>
        </pc:grpChg>
        <pc:grpChg chg="add mod">
          <ac:chgData name="rosh patel" userId="436be1530491d192" providerId="LiveId" clId="{4C92133A-A3D0-4953-8C7C-D677EA0B2586}" dt="2025-12-15T03:17:09.362" v="34"/>
          <ac:grpSpMkLst>
            <pc:docMk/>
            <pc:sldMk cId="2081803719" sldId="274"/>
            <ac:grpSpMk id="10" creationId="{3906EF10-53D5-488A-B81D-FEA0E884D7D6}"/>
          </ac:grpSpMkLst>
        </pc:grpChg>
        <pc:picChg chg="add mod">
          <ac:chgData name="rosh patel" userId="436be1530491d192" providerId="LiveId" clId="{4C92133A-A3D0-4953-8C7C-D677EA0B2586}" dt="2025-12-16T03:27:30.851" v="281" actId="1076"/>
          <ac:picMkLst>
            <pc:docMk/>
            <pc:sldMk cId="2081803719" sldId="274"/>
            <ac:picMk id="18" creationId="{B9E27546-42EF-42E4-A647-5400DE639CD9}"/>
          </ac:picMkLst>
        </pc:picChg>
        <pc:picChg chg="add mod">
          <ac:chgData name="rosh patel" userId="436be1530491d192" providerId="LiveId" clId="{4C92133A-A3D0-4953-8C7C-D677EA0B2586}" dt="2025-12-15T04:04:51.054" v="261" actId="1076"/>
          <ac:picMkLst>
            <pc:docMk/>
            <pc:sldMk cId="2081803719" sldId="274"/>
            <ac:picMk id="19" creationId="{CB4BADBD-97A8-4DC0-B547-5B75ED9BFEC1}"/>
          </ac:picMkLst>
        </pc:picChg>
        <pc:picChg chg="add mod">
          <ac:chgData name="rosh patel" userId="436be1530491d192" providerId="LiveId" clId="{4C92133A-A3D0-4953-8C7C-D677EA0B2586}" dt="2025-12-15T04:04:53.542" v="262" actId="1076"/>
          <ac:picMkLst>
            <pc:docMk/>
            <pc:sldMk cId="2081803719" sldId="274"/>
            <ac:picMk id="21" creationId="{5F10A694-BCBC-4FEF-B170-041EE182BF4F}"/>
          </ac:picMkLst>
        </pc:picChg>
      </pc:sldChg>
      <pc:sldChg chg="add del">
        <pc:chgData name="rosh patel" userId="436be1530491d192" providerId="LiveId" clId="{4C92133A-A3D0-4953-8C7C-D677EA0B2586}" dt="2025-12-15T03:16:17.914" v="21"/>
        <pc:sldMkLst>
          <pc:docMk/>
          <pc:sldMk cId="3237639711" sldId="274"/>
        </pc:sldMkLst>
      </pc:sldChg>
      <pc:sldChg chg="addSp modSp new mod">
        <pc:chgData name="rosh patel" userId="436be1530491d192" providerId="LiveId" clId="{4C92133A-A3D0-4953-8C7C-D677EA0B2586}" dt="2025-12-15T03:57:54.046" v="235" actId="114"/>
        <pc:sldMkLst>
          <pc:docMk/>
          <pc:sldMk cId="2286083272" sldId="275"/>
        </pc:sldMkLst>
        <pc:spChg chg="mod">
          <ac:chgData name="rosh patel" userId="436be1530491d192" providerId="LiveId" clId="{4C92133A-A3D0-4953-8C7C-D677EA0B2586}" dt="2025-12-15T03:17:12.710" v="36"/>
          <ac:spMkLst>
            <pc:docMk/>
            <pc:sldMk cId="2286083272" sldId="275"/>
            <ac:spMk id="3" creationId="{8B9806C3-F98B-46C6-B6C2-A258B07B260C}"/>
          </ac:spMkLst>
        </pc:spChg>
        <pc:spChg chg="mod">
          <ac:chgData name="rosh patel" userId="436be1530491d192" providerId="LiveId" clId="{4C92133A-A3D0-4953-8C7C-D677EA0B2586}" dt="2025-12-15T03:17:12.710" v="36"/>
          <ac:spMkLst>
            <pc:docMk/>
            <pc:sldMk cId="2286083272" sldId="275"/>
            <ac:spMk id="4" creationId="{4A9ABF90-6FC0-4D15-851F-C889DB9A6BEC}"/>
          </ac:spMkLst>
        </pc:spChg>
        <pc:spChg chg="mod">
          <ac:chgData name="rosh patel" userId="436be1530491d192" providerId="LiveId" clId="{4C92133A-A3D0-4953-8C7C-D677EA0B2586}" dt="2025-12-15T03:17:12.710" v="36"/>
          <ac:spMkLst>
            <pc:docMk/>
            <pc:sldMk cId="2286083272" sldId="275"/>
            <ac:spMk id="6" creationId="{4FF691EB-E6F8-41B3-84E5-8DC8FFC3B4CD}"/>
          </ac:spMkLst>
        </pc:spChg>
        <pc:spChg chg="mod">
          <ac:chgData name="rosh patel" userId="436be1530491d192" providerId="LiveId" clId="{4C92133A-A3D0-4953-8C7C-D677EA0B2586}" dt="2025-12-15T03:17:12.710" v="36"/>
          <ac:spMkLst>
            <pc:docMk/>
            <pc:sldMk cId="2286083272" sldId="275"/>
            <ac:spMk id="7" creationId="{CD4CBFD9-C147-495F-A85A-CC1CA767555C}"/>
          </ac:spMkLst>
        </pc:spChg>
        <pc:spChg chg="add mod">
          <ac:chgData name="rosh patel" userId="436be1530491d192" providerId="LiveId" clId="{4C92133A-A3D0-4953-8C7C-D677EA0B2586}" dt="2025-12-15T03:17:12.710" v="36"/>
          <ac:spMkLst>
            <pc:docMk/>
            <pc:sldMk cId="2286083272" sldId="275"/>
            <ac:spMk id="8" creationId="{1A8339BD-B8CD-4591-9931-B09D460412DE}"/>
          </ac:spMkLst>
        </pc:spChg>
        <pc:spChg chg="add mod">
          <ac:chgData name="rosh patel" userId="436be1530491d192" providerId="LiveId" clId="{4C92133A-A3D0-4953-8C7C-D677EA0B2586}" dt="2025-12-15T03:17:12.710" v="36"/>
          <ac:spMkLst>
            <pc:docMk/>
            <pc:sldMk cId="2286083272" sldId="275"/>
            <ac:spMk id="9" creationId="{98168E4F-E118-4829-986C-D6BD48EC8618}"/>
          </ac:spMkLst>
        </pc:spChg>
        <pc:spChg chg="mod">
          <ac:chgData name="rosh patel" userId="436be1530491d192" providerId="LiveId" clId="{4C92133A-A3D0-4953-8C7C-D677EA0B2586}" dt="2025-12-15T03:17:12.710" v="36"/>
          <ac:spMkLst>
            <pc:docMk/>
            <pc:sldMk cId="2286083272" sldId="275"/>
            <ac:spMk id="11" creationId="{69961526-B211-454C-9C48-EF72538174A5}"/>
          </ac:spMkLst>
        </pc:spChg>
        <pc:spChg chg="mod">
          <ac:chgData name="rosh patel" userId="436be1530491d192" providerId="LiveId" clId="{4C92133A-A3D0-4953-8C7C-D677EA0B2586}" dt="2025-12-15T03:17:12.710" v="36"/>
          <ac:spMkLst>
            <pc:docMk/>
            <pc:sldMk cId="2286083272" sldId="275"/>
            <ac:spMk id="12" creationId="{51F080D9-6F36-45C1-9819-889E2C0F1AEE}"/>
          </ac:spMkLst>
        </pc:spChg>
        <pc:spChg chg="add mod">
          <ac:chgData name="rosh patel" userId="436be1530491d192" providerId="LiveId" clId="{4C92133A-A3D0-4953-8C7C-D677EA0B2586}" dt="2025-12-15T03:57:54.046" v="235" actId="114"/>
          <ac:spMkLst>
            <pc:docMk/>
            <pc:sldMk cId="2286083272" sldId="275"/>
            <ac:spMk id="20" creationId="{EE6ABC21-5259-4F1E-83D1-582E49C468FA}"/>
          </ac:spMkLst>
        </pc:spChg>
        <pc:grpChg chg="add mod">
          <ac:chgData name="rosh patel" userId="436be1530491d192" providerId="LiveId" clId="{4C92133A-A3D0-4953-8C7C-D677EA0B2586}" dt="2025-12-15T03:17:12.710" v="36"/>
          <ac:grpSpMkLst>
            <pc:docMk/>
            <pc:sldMk cId="2286083272" sldId="275"/>
            <ac:grpSpMk id="2" creationId="{807FFB15-594A-4C96-A92E-FCF9954573AA}"/>
          </ac:grpSpMkLst>
        </pc:grpChg>
        <pc:grpChg chg="add mod">
          <ac:chgData name="rosh patel" userId="436be1530491d192" providerId="LiveId" clId="{4C92133A-A3D0-4953-8C7C-D677EA0B2586}" dt="2025-12-15T03:17:12.710" v="36"/>
          <ac:grpSpMkLst>
            <pc:docMk/>
            <pc:sldMk cId="2286083272" sldId="275"/>
            <ac:grpSpMk id="5" creationId="{42179DD6-C35A-4362-A13D-495A9A7F6A68}"/>
          </ac:grpSpMkLst>
        </pc:grpChg>
        <pc:grpChg chg="add mod">
          <ac:chgData name="rosh patel" userId="436be1530491d192" providerId="LiveId" clId="{4C92133A-A3D0-4953-8C7C-D677EA0B2586}" dt="2025-12-15T03:17:12.710" v="36"/>
          <ac:grpSpMkLst>
            <pc:docMk/>
            <pc:sldMk cId="2286083272" sldId="275"/>
            <ac:grpSpMk id="10" creationId="{219D11CF-1566-487B-BD47-E3C313A9C0B1}"/>
          </ac:grpSpMkLst>
        </pc:grpChg>
        <pc:picChg chg="add mod">
          <ac:chgData name="rosh patel" userId="436be1530491d192" providerId="LiveId" clId="{4C92133A-A3D0-4953-8C7C-D677EA0B2586}" dt="2025-12-15T03:56:44.034" v="222" actId="14100"/>
          <ac:picMkLst>
            <pc:docMk/>
            <pc:sldMk cId="2286083272" sldId="275"/>
            <ac:picMk id="14" creationId="{02878A45-1D2F-4ECA-844C-A1199F74E0C5}"/>
          </ac:picMkLst>
        </pc:picChg>
        <pc:picChg chg="add mod">
          <ac:chgData name="rosh patel" userId="436be1530491d192" providerId="LiveId" clId="{4C92133A-A3D0-4953-8C7C-D677EA0B2586}" dt="2025-12-15T03:57:35.025" v="232" actId="14100"/>
          <ac:picMkLst>
            <pc:docMk/>
            <pc:sldMk cId="2286083272" sldId="275"/>
            <ac:picMk id="16" creationId="{144071A2-A468-4F3C-A157-49E211F07D94}"/>
          </ac:picMkLst>
        </pc:picChg>
        <pc:picChg chg="add mod">
          <ac:chgData name="rosh patel" userId="436be1530491d192" providerId="LiveId" clId="{4C92133A-A3D0-4953-8C7C-D677EA0B2586}" dt="2025-12-15T03:57:23.031" v="231" actId="1076"/>
          <ac:picMkLst>
            <pc:docMk/>
            <pc:sldMk cId="2286083272" sldId="275"/>
            <ac:picMk id="18" creationId="{ABF5CC3C-B328-4400-98D9-4E5A271AC0BF}"/>
          </ac:picMkLst>
        </pc:picChg>
      </pc:sldChg>
      <pc:sldChg chg="add del">
        <pc:chgData name="rosh patel" userId="436be1530491d192" providerId="LiveId" clId="{4C92133A-A3D0-4953-8C7C-D677EA0B2586}" dt="2025-12-15T03:16:17.914" v="21"/>
        <pc:sldMkLst>
          <pc:docMk/>
          <pc:sldMk cId="2597021751" sldId="275"/>
        </pc:sldMkLst>
      </pc:sldChg>
      <pc:sldChg chg="add del">
        <pc:chgData name="rosh patel" userId="436be1530491d192" providerId="LiveId" clId="{4C92133A-A3D0-4953-8C7C-D677EA0B2586}" dt="2025-12-15T03:16:17.914" v="21"/>
        <pc:sldMkLst>
          <pc:docMk/>
          <pc:sldMk cId="865402306" sldId="276"/>
        </pc:sldMkLst>
      </pc:sldChg>
      <pc:sldChg chg="addSp modSp new mod">
        <pc:chgData name="rosh patel" userId="436be1530491d192" providerId="LiveId" clId="{4C92133A-A3D0-4953-8C7C-D677EA0B2586}" dt="2025-12-15T04:01:37.404" v="255" actId="1035"/>
        <pc:sldMkLst>
          <pc:docMk/>
          <pc:sldMk cId="3051975947" sldId="276"/>
        </pc:sldMkLst>
        <pc:spChg chg="mod">
          <ac:chgData name="rosh patel" userId="436be1530491d192" providerId="LiveId" clId="{4C92133A-A3D0-4953-8C7C-D677EA0B2586}" dt="2025-12-15T03:17:16.290" v="38"/>
          <ac:spMkLst>
            <pc:docMk/>
            <pc:sldMk cId="3051975947" sldId="276"/>
            <ac:spMk id="3" creationId="{260364DD-F29D-4894-93FA-4FC465E52BDC}"/>
          </ac:spMkLst>
        </pc:spChg>
        <pc:spChg chg="mod">
          <ac:chgData name="rosh patel" userId="436be1530491d192" providerId="LiveId" clId="{4C92133A-A3D0-4953-8C7C-D677EA0B2586}" dt="2025-12-15T03:17:16.290" v="38"/>
          <ac:spMkLst>
            <pc:docMk/>
            <pc:sldMk cId="3051975947" sldId="276"/>
            <ac:spMk id="4" creationId="{3728D18A-EBE8-4682-9EA0-27F62713F937}"/>
          </ac:spMkLst>
        </pc:spChg>
        <pc:spChg chg="mod">
          <ac:chgData name="rosh patel" userId="436be1530491d192" providerId="LiveId" clId="{4C92133A-A3D0-4953-8C7C-D677EA0B2586}" dt="2025-12-15T03:17:16.290" v="38"/>
          <ac:spMkLst>
            <pc:docMk/>
            <pc:sldMk cId="3051975947" sldId="276"/>
            <ac:spMk id="6" creationId="{38FD846E-D75F-42CF-9069-7B68358BB567}"/>
          </ac:spMkLst>
        </pc:spChg>
        <pc:spChg chg="mod">
          <ac:chgData name="rosh patel" userId="436be1530491d192" providerId="LiveId" clId="{4C92133A-A3D0-4953-8C7C-D677EA0B2586}" dt="2025-12-15T03:17:16.290" v="38"/>
          <ac:spMkLst>
            <pc:docMk/>
            <pc:sldMk cId="3051975947" sldId="276"/>
            <ac:spMk id="7" creationId="{5589DC59-2636-478F-9DF2-A165A38DB299}"/>
          </ac:spMkLst>
        </pc:spChg>
        <pc:spChg chg="add mod">
          <ac:chgData name="rosh patel" userId="436be1530491d192" providerId="LiveId" clId="{4C92133A-A3D0-4953-8C7C-D677EA0B2586}" dt="2025-12-15T03:17:16.290" v="38"/>
          <ac:spMkLst>
            <pc:docMk/>
            <pc:sldMk cId="3051975947" sldId="276"/>
            <ac:spMk id="8" creationId="{B82DC0B9-1C78-44A3-9B8E-A1821F714A17}"/>
          </ac:spMkLst>
        </pc:spChg>
        <pc:spChg chg="add mod">
          <ac:chgData name="rosh patel" userId="436be1530491d192" providerId="LiveId" clId="{4C92133A-A3D0-4953-8C7C-D677EA0B2586}" dt="2025-12-15T03:17:16.290" v="38"/>
          <ac:spMkLst>
            <pc:docMk/>
            <pc:sldMk cId="3051975947" sldId="276"/>
            <ac:spMk id="9" creationId="{D6818CE2-3436-42E5-A0DE-3A69EA8B1C31}"/>
          </ac:spMkLst>
        </pc:spChg>
        <pc:spChg chg="mod">
          <ac:chgData name="rosh patel" userId="436be1530491d192" providerId="LiveId" clId="{4C92133A-A3D0-4953-8C7C-D677EA0B2586}" dt="2025-12-15T03:17:16.290" v="38"/>
          <ac:spMkLst>
            <pc:docMk/>
            <pc:sldMk cId="3051975947" sldId="276"/>
            <ac:spMk id="11" creationId="{62502AEC-564B-4303-A773-7A794193BE77}"/>
          </ac:spMkLst>
        </pc:spChg>
        <pc:spChg chg="mod">
          <ac:chgData name="rosh patel" userId="436be1530491d192" providerId="LiveId" clId="{4C92133A-A3D0-4953-8C7C-D677EA0B2586}" dt="2025-12-15T03:17:16.290" v="38"/>
          <ac:spMkLst>
            <pc:docMk/>
            <pc:sldMk cId="3051975947" sldId="276"/>
            <ac:spMk id="12" creationId="{8B10436B-635C-4D24-B90D-EC4A209AE565}"/>
          </ac:spMkLst>
        </pc:spChg>
        <pc:grpChg chg="add mod">
          <ac:chgData name="rosh patel" userId="436be1530491d192" providerId="LiveId" clId="{4C92133A-A3D0-4953-8C7C-D677EA0B2586}" dt="2025-12-15T03:17:16.290" v="38"/>
          <ac:grpSpMkLst>
            <pc:docMk/>
            <pc:sldMk cId="3051975947" sldId="276"/>
            <ac:grpSpMk id="2" creationId="{070FD7D0-2645-4C1E-83D3-8E44C15F6F2B}"/>
          </ac:grpSpMkLst>
        </pc:grpChg>
        <pc:grpChg chg="add mod">
          <ac:chgData name="rosh patel" userId="436be1530491d192" providerId="LiveId" clId="{4C92133A-A3D0-4953-8C7C-D677EA0B2586}" dt="2025-12-15T03:17:16.290" v="38"/>
          <ac:grpSpMkLst>
            <pc:docMk/>
            <pc:sldMk cId="3051975947" sldId="276"/>
            <ac:grpSpMk id="5" creationId="{73CF36EA-7689-48D3-B774-CDCAFC7BEA05}"/>
          </ac:grpSpMkLst>
        </pc:grpChg>
        <pc:grpChg chg="add mod">
          <ac:chgData name="rosh patel" userId="436be1530491d192" providerId="LiveId" clId="{4C92133A-A3D0-4953-8C7C-D677EA0B2586}" dt="2025-12-15T03:17:16.290" v="38"/>
          <ac:grpSpMkLst>
            <pc:docMk/>
            <pc:sldMk cId="3051975947" sldId="276"/>
            <ac:grpSpMk id="10" creationId="{1D27218B-1B56-4276-837C-0C8ABA0F7FFE}"/>
          </ac:grpSpMkLst>
        </pc:grpChg>
        <pc:picChg chg="add mod">
          <ac:chgData name="rosh patel" userId="436be1530491d192" providerId="LiveId" clId="{4C92133A-A3D0-4953-8C7C-D677EA0B2586}" dt="2025-12-15T04:01:37.404" v="255" actId="1035"/>
          <ac:picMkLst>
            <pc:docMk/>
            <pc:sldMk cId="3051975947" sldId="276"/>
            <ac:picMk id="14" creationId="{6272D08D-8955-4965-8FC8-1E6CFADA652D}"/>
          </ac:picMkLst>
        </pc:picChg>
      </pc:sldChg>
      <pc:sldChg chg="add del">
        <pc:chgData name="rosh patel" userId="436be1530491d192" providerId="LiveId" clId="{4C92133A-A3D0-4953-8C7C-D677EA0B2586}" dt="2025-12-15T03:16:17.914" v="21"/>
        <pc:sldMkLst>
          <pc:docMk/>
          <pc:sldMk cId="1756844814" sldId="277"/>
        </pc:sldMkLst>
      </pc:sldChg>
      <pc:sldChg chg="addSp modSp new mod">
        <pc:chgData name="rosh patel" userId="436be1530491d192" providerId="LiveId" clId="{4C92133A-A3D0-4953-8C7C-D677EA0B2586}" dt="2025-12-16T04:38:01.632" v="549" actId="1076"/>
        <pc:sldMkLst>
          <pc:docMk/>
          <pc:sldMk cId="4011088458" sldId="277"/>
        </pc:sldMkLst>
        <pc:spChg chg="mod">
          <ac:chgData name="rosh patel" userId="436be1530491d192" providerId="LiveId" clId="{4C92133A-A3D0-4953-8C7C-D677EA0B2586}" dt="2025-12-15T03:17:19.914" v="40"/>
          <ac:spMkLst>
            <pc:docMk/>
            <pc:sldMk cId="4011088458" sldId="277"/>
            <ac:spMk id="3" creationId="{96C1585E-9D66-46FE-89B0-B2C8CA807DFD}"/>
          </ac:spMkLst>
        </pc:spChg>
        <pc:spChg chg="mod">
          <ac:chgData name="rosh patel" userId="436be1530491d192" providerId="LiveId" clId="{4C92133A-A3D0-4953-8C7C-D677EA0B2586}" dt="2025-12-15T03:17:19.914" v="40"/>
          <ac:spMkLst>
            <pc:docMk/>
            <pc:sldMk cId="4011088458" sldId="277"/>
            <ac:spMk id="4" creationId="{5E8D4CDF-DFED-49BC-98EF-1451443BB705}"/>
          </ac:spMkLst>
        </pc:spChg>
        <pc:spChg chg="mod">
          <ac:chgData name="rosh patel" userId="436be1530491d192" providerId="LiveId" clId="{4C92133A-A3D0-4953-8C7C-D677EA0B2586}" dt="2025-12-15T03:17:19.914" v="40"/>
          <ac:spMkLst>
            <pc:docMk/>
            <pc:sldMk cId="4011088458" sldId="277"/>
            <ac:spMk id="6" creationId="{A2018089-1E70-420A-A097-25EE73D193C3}"/>
          </ac:spMkLst>
        </pc:spChg>
        <pc:spChg chg="mod">
          <ac:chgData name="rosh patel" userId="436be1530491d192" providerId="LiveId" clId="{4C92133A-A3D0-4953-8C7C-D677EA0B2586}" dt="2025-12-15T03:17:19.914" v="40"/>
          <ac:spMkLst>
            <pc:docMk/>
            <pc:sldMk cId="4011088458" sldId="277"/>
            <ac:spMk id="7" creationId="{D7659BD3-AE67-41A5-9F57-953DBFEAA770}"/>
          </ac:spMkLst>
        </pc:spChg>
        <pc:spChg chg="add mod">
          <ac:chgData name="rosh patel" userId="436be1530491d192" providerId="LiveId" clId="{4C92133A-A3D0-4953-8C7C-D677EA0B2586}" dt="2025-12-15T03:17:19.914" v="40"/>
          <ac:spMkLst>
            <pc:docMk/>
            <pc:sldMk cId="4011088458" sldId="277"/>
            <ac:spMk id="8" creationId="{B2CCAB78-D5AC-4DD7-9054-5D8472D9A50B}"/>
          </ac:spMkLst>
        </pc:spChg>
        <pc:spChg chg="add mod">
          <ac:chgData name="rosh patel" userId="436be1530491d192" providerId="LiveId" clId="{4C92133A-A3D0-4953-8C7C-D677EA0B2586}" dt="2025-12-15T03:17:19.914" v="40"/>
          <ac:spMkLst>
            <pc:docMk/>
            <pc:sldMk cId="4011088458" sldId="277"/>
            <ac:spMk id="9" creationId="{D8B918A9-0C70-41F8-84CE-FDA8F3594187}"/>
          </ac:spMkLst>
        </pc:spChg>
        <pc:spChg chg="mod">
          <ac:chgData name="rosh patel" userId="436be1530491d192" providerId="LiveId" clId="{4C92133A-A3D0-4953-8C7C-D677EA0B2586}" dt="2025-12-15T03:17:19.914" v="40"/>
          <ac:spMkLst>
            <pc:docMk/>
            <pc:sldMk cId="4011088458" sldId="277"/>
            <ac:spMk id="11" creationId="{057A12EE-F57F-44DC-9A6A-14BCA84BB097}"/>
          </ac:spMkLst>
        </pc:spChg>
        <pc:spChg chg="mod">
          <ac:chgData name="rosh patel" userId="436be1530491d192" providerId="LiveId" clId="{4C92133A-A3D0-4953-8C7C-D677EA0B2586}" dt="2025-12-15T03:17:19.914" v="40"/>
          <ac:spMkLst>
            <pc:docMk/>
            <pc:sldMk cId="4011088458" sldId="277"/>
            <ac:spMk id="12" creationId="{62DE2C16-537D-4636-946E-F37E5A4F091C}"/>
          </ac:spMkLst>
        </pc:spChg>
        <pc:spChg chg="add mod">
          <ac:chgData name="rosh patel" userId="436be1530491d192" providerId="LiveId" clId="{4C92133A-A3D0-4953-8C7C-D677EA0B2586}" dt="2025-12-16T03:28:32.966" v="286" actId="1076"/>
          <ac:spMkLst>
            <pc:docMk/>
            <pc:sldMk cId="4011088458" sldId="277"/>
            <ac:spMk id="14" creationId="{191C0BDA-63DE-48CB-A75A-55408706A5C8}"/>
          </ac:spMkLst>
        </pc:spChg>
        <pc:spChg chg="add mod">
          <ac:chgData name="rosh patel" userId="436be1530491d192" providerId="LiveId" clId="{4C92133A-A3D0-4953-8C7C-D677EA0B2586}" dt="2025-12-16T04:37:37.643" v="544" actId="1076"/>
          <ac:spMkLst>
            <pc:docMk/>
            <pc:sldMk cId="4011088458" sldId="277"/>
            <ac:spMk id="15" creationId="{2A090B95-AB23-4597-81C4-37698D040775}"/>
          </ac:spMkLst>
        </pc:spChg>
        <pc:grpChg chg="add mod">
          <ac:chgData name="rosh patel" userId="436be1530491d192" providerId="LiveId" clId="{4C92133A-A3D0-4953-8C7C-D677EA0B2586}" dt="2025-12-15T03:17:19.914" v="40"/>
          <ac:grpSpMkLst>
            <pc:docMk/>
            <pc:sldMk cId="4011088458" sldId="277"/>
            <ac:grpSpMk id="2" creationId="{88C6770D-2509-4BFE-AC58-D8F1A5F6C3A8}"/>
          </ac:grpSpMkLst>
        </pc:grpChg>
        <pc:grpChg chg="add mod">
          <ac:chgData name="rosh patel" userId="436be1530491d192" providerId="LiveId" clId="{4C92133A-A3D0-4953-8C7C-D677EA0B2586}" dt="2025-12-15T03:17:19.914" v="40"/>
          <ac:grpSpMkLst>
            <pc:docMk/>
            <pc:sldMk cId="4011088458" sldId="277"/>
            <ac:grpSpMk id="5" creationId="{3F1FD8BD-93A7-42F0-8A55-93C4349154FE}"/>
          </ac:grpSpMkLst>
        </pc:grpChg>
        <pc:grpChg chg="add mod">
          <ac:chgData name="rosh patel" userId="436be1530491d192" providerId="LiveId" clId="{4C92133A-A3D0-4953-8C7C-D677EA0B2586}" dt="2025-12-15T03:17:19.914" v="40"/>
          <ac:grpSpMkLst>
            <pc:docMk/>
            <pc:sldMk cId="4011088458" sldId="277"/>
            <ac:grpSpMk id="10" creationId="{B3DB79C8-3305-41FC-BEFF-C3A3348C4378}"/>
          </ac:grpSpMkLst>
        </pc:grpChg>
        <pc:picChg chg="add mod">
          <ac:chgData name="rosh patel" userId="436be1530491d192" providerId="LiveId" clId="{4C92133A-A3D0-4953-8C7C-D677EA0B2586}" dt="2025-12-16T04:38:01.632" v="549" actId="1076"/>
          <ac:picMkLst>
            <pc:docMk/>
            <pc:sldMk cId="4011088458" sldId="277"/>
            <ac:picMk id="16" creationId="{0428C180-5840-44E6-BEE4-31C79FCC1E71}"/>
          </ac:picMkLst>
        </pc:picChg>
      </pc:sldChg>
      <pc:sldChg chg="add del">
        <pc:chgData name="rosh patel" userId="436be1530491d192" providerId="LiveId" clId="{4C92133A-A3D0-4953-8C7C-D677EA0B2586}" dt="2025-12-15T03:16:17.914" v="21"/>
        <pc:sldMkLst>
          <pc:docMk/>
          <pc:sldMk cId="566551099" sldId="278"/>
        </pc:sldMkLst>
      </pc:sldChg>
      <pc:sldChg chg="addSp delSp modSp new mod">
        <pc:chgData name="rosh patel" userId="436be1530491d192" providerId="LiveId" clId="{4C92133A-A3D0-4953-8C7C-D677EA0B2586}" dt="2025-12-16T04:36:45.589" v="526" actId="21"/>
        <pc:sldMkLst>
          <pc:docMk/>
          <pc:sldMk cId="3854598485" sldId="278"/>
        </pc:sldMkLst>
        <pc:spChg chg="mod">
          <ac:chgData name="rosh patel" userId="436be1530491d192" providerId="LiveId" clId="{4C92133A-A3D0-4953-8C7C-D677EA0B2586}" dt="2025-12-15T03:17:23.235" v="42"/>
          <ac:spMkLst>
            <pc:docMk/>
            <pc:sldMk cId="3854598485" sldId="278"/>
            <ac:spMk id="3" creationId="{4CC12AE6-2C60-4356-9C47-2DAF23D1B5F8}"/>
          </ac:spMkLst>
        </pc:spChg>
        <pc:spChg chg="mod">
          <ac:chgData name="rosh patel" userId="436be1530491d192" providerId="LiveId" clId="{4C92133A-A3D0-4953-8C7C-D677EA0B2586}" dt="2025-12-15T03:17:23.235" v="42"/>
          <ac:spMkLst>
            <pc:docMk/>
            <pc:sldMk cId="3854598485" sldId="278"/>
            <ac:spMk id="4" creationId="{DC264A02-1BD0-4F53-A5E9-3718FC6DE103}"/>
          </ac:spMkLst>
        </pc:spChg>
        <pc:spChg chg="mod">
          <ac:chgData name="rosh patel" userId="436be1530491d192" providerId="LiveId" clId="{4C92133A-A3D0-4953-8C7C-D677EA0B2586}" dt="2025-12-15T03:17:23.235" v="42"/>
          <ac:spMkLst>
            <pc:docMk/>
            <pc:sldMk cId="3854598485" sldId="278"/>
            <ac:spMk id="6" creationId="{1AADE849-A7B8-49BD-9FB4-EE55080368AF}"/>
          </ac:spMkLst>
        </pc:spChg>
        <pc:spChg chg="mod">
          <ac:chgData name="rosh patel" userId="436be1530491d192" providerId="LiveId" clId="{4C92133A-A3D0-4953-8C7C-D677EA0B2586}" dt="2025-12-15T03:17:23.235" v="42"/>
          <ac:spMkLst>
            <pc:docMk/>
            <pc:sldMk cId="3854598485" sldId="278"/>
            <ac:spMk id="7" creationId="{DCA13985-FC7D-4B5E-BF93-83E9E166186C}"/>
          </ac:spMkLst>
        </pc:spChg>
        <pc:spChg chg="add mod">
          <ac:chgData name="rosh patel" userId="436be1530491d192" providerId="LiveId" clId="{4C92133A-A3D0-4953-8C7C-D677EA0B2586}" dt="2025-12-15T03:17:23.235" v="42"/>
          <ac:spMkLst>
            <pc:docMk/>
            <pc:sldMk cId="3854598485" sldId="278"/>
            <ac:spMk id="8" creationId="{C660C380-1091-4B5D-A8B8-4F051EB4C093}"/>
          </ac:spMkLst>
        </pc:spChg>
        <pc:spChg chg="add mod">
          <ac:chgData name="rosh patel" userId="436be1530491d192" providerId="LiveId" clId="{4C92133A-A3D0-4953-8C7C-D677EA0B2586}" dt="2025-12-15T03:17:23.235" v="42"/>
          <ac:spMkLst>
            <pc:docMk/>
            <pc:sldMk cId="3854598485" sldId="278"/>
            <ac:spMk id="9" creationId="{7349B62C-3B47-4E2A-8CC0-99333CD192F9}"/>
          </ac:spMkLst>
        </pc:spChg>
        <pc:spChg chg="mod">
          <ac:chgData name="rosh patel" userId="436be1530491d192" providerId="LiveId" clId="{4C92133A-A3D0-4953-8C7C-D677EA0B2586}" dt="2025-12-15T03:17:23.235" v="42"/>
          <ac:spMkLst>
            <pc:docMk/>
            <pc:sldMk cId="3854598485" sldId="278"/>
            <ac:spMk id="11" creationId="{39557964-BB82-4DAE-859A-A9426FFF0817}"/>
          </ac:spMkLst>
        </pc:spChg>
        <pc:spChg chg="mod">
          <ac:chgData name="rosh patel" userId="436be1530491d192" providerId="LiveId" clId="{4C92133A-A3D0-4953-8C7C-D677EA0B2586}" dt="2025-12-15T03:17:23.235" v="42"/>
          <ac:spMkLst>
            <pc:docMk/>
            <pc:sldMk cId="3854598485" sldId="278"/>
            <ac:spMk id="12" creationId="{015C43F3-7CE6-4A26-B658-2BF3B6569B06}"/>
          </ac:spMkLst>
        </pc:spChg>
        <pc:spChg chg="add mod">
          <ac:chgData name="rosh patel" userId="436be1530491d192" providerId="LiveId" clId="{4C92133A-A3D0-4953-8C7C-D677EA0B2586}" dt="2025-12-16T03:44:22.105" v="375" actId="12"/>
          <ac:spMkLst>
            <pc:docMk/>
            <pc:sldMk cId="3854598485" sldId="278"/>
            <ac:spMk id="14" creationId="{7DE435AE-F888-4E6D-BE95-49C46A7774D7}"/>
          </ac:spMkLst>
        </pc:spChg>
        <pc:grpChg chg="add mod">
          <ac:chgData name="rosh patel" userId="436be1530491d192" providerId="LiveId" clId="{4C92133A-A3D0-4953-8C7C-D677EA0B2586}" dt="2025-12-15T03:17:23.235" v="42"/>
          <ac:grpSpMkLst>
            <pc:docMk/>
            <pc:sldMk cId="3854598485" sldId="278"/>
            <ac:grpSpMk id="2" creationId="{13BA1D74-26EE-4D07-A117-C7A84B9BB782}"/>
          </ac:grpSpMkLst>
        </pc:grpChg>
        <pc:grpChg chg="add mod">
          <ac:chgData name="rosh patel" userId="436be1530491d192" providerId="LiveId" clId="{4C92133A-A3D0-4953-8C7C-D677EA0B2586}" dt="2025-12-15T03:17:23.235" v="42"/>
          <ac:grpSpMkLst>
            <pc:docMk/>
            <pc:sldMk cId="3854598485" sldId="278"/>
            <ac:grpSpMk id="5" creationId="{F63FEB9D-CD5A-4ABB-8767-7617A97D16DB}"/>
          </ac:grpSpMkLst>
        </pc:grpChg>
        <pc:grpChg chg="add mod">
          <ac:chgData name="rosh patel" userId="436be1530491d192" providerId="LiveId" clId="{4C92133A-A3D0-4953-8C7C-D677EA0B2586}" dt="2025-12-15T03:17:23.235" v="42"/>
          <ac:grpSpMkLst>
            <pc:docMk/>
            <pc:sldMk cId="3854598485" sldId="278"/>
            <ac:grpSpMk id="10" creationId="{0F8A324A-9ADE-49B7-A28E-39E8743E4B91}"/>
          </ac:grpSpMkLst>
        </pc:grpChg>
        <pc:picChg chg="add del">
          <ac:chgData name="rosh patel" userId="436be1530491d192" providerId="LiveId" clId="{4C92133A-A3D0-4953-8C7C-D677EA0B2586}" dt="2025-12-16T04:36:45.589" v="526" actId="21"/>
          <ac:picMkLst>
            <pc:docMk/>
            <pc:sldMk cId="3854598485" sldId="278"/>
            <ac:picMk id="16" creationId="{CF168EF1-C0A3-4D4D-91D9-A2205B7095BE}"/>
          </ac:picMkLst>
        </pc:picChg>
      </pc:sldChg>
      <pc:sldChg chg="addSp delSp modSp new mod modAnim">
        <pc:chgData name="rosh patel" userId="436be1530491d192" providerId="LiveId" clId="{4C92133A-A3D0-4953-8C7C-D677EA0B2586}" dt="2025-12-16T05:54:28.710" v="898"/>
        <pc:sldMkLst>
          <pc:docMk/>
          <pc:sldMk cId="81790807" sldId="279"/>
        </pc:sldMkLst>
        <pc:spChg chg="mod">
          <ac:chgData name="rosh patel" userId="436be1530491d192" providerId="LiveId" clId="{4C92133A-A3D0-4953-8C7C-D677EA0B2586}" dt="2025-12-15T03:17:26.901" v="44"/>
          <ac:spMkLst>
            <pc:docMk/>
            <pc:sldMk cId="81790807" sldId="279"/>
            <ac:spMk id="3" creationId="{AC452169-5B0C-41C6-BAC0-5AFBB3C1F60C}"/>
          </ac:spMkLst>
        </pc:spChg>
        <pc:spChg chg="mod">
          <ac:chgData name="rosh patel" userId="436be1530491d192" providerId="LiveId" clId="{4C92133A-A3D0-4953-8C7C-D677EA0B2586}" dt="2025-12-15T03:17:26.901" v="44"/>
          <ac:spMkLst>
            <pc:docMk/>
            <pc:sldMk cId="81790807" sldId="279"/>
            <ac:spMk id="4" creationId="{5930E063-12C6-4F65-B9A3-DE102C6910DC}"/>
          </ac:spMkLst>
        </pc:spChg>
        <pc:spChg chg="mod">
          <ac:chgData name="rosh patel" userId="436be1530491d192" providerId="LiveId" clId="{4C92133A-A3D0-4953-8C7C-D677EA0B2586}" dt="2025-12-15T03:17:26.901" v="44"/>
          <ac:spMkLst>
            <pc:docMk/>
            <pc:sldMk cId="81790807" sldId="279"/>
            <ac:spMk id="6" creationId="{2C5BB702-FD0C-4431-BDE1-6007DD4E5F75}"/>
          </ac:spMkLst>
        </pc:spChg>
        <pc:spChg chg="mod">
          <ac:chgData name="rosh patel" userId="436be1530491d192" providerId="LiveId" clId="{4C92133A-A3D0-4953-8C7C-D677EA0B2586}" dt="2025-12-15T03:17:26.901" v="44"/>
          <ac:spMkLst>
            <pc:docMk/>
            <pc:sldMk cId="81790807" sldId="279"/>
            <ac:spMk id="7" creationId="{52087F77-4468-463B-98B9-1EC21DD69191}"/>
          </ac:spMkLst>
        </pc:spChg>
        <pc:spChg chg="add mod">
          <ac:chgData name="rosh patel" userId="436be1530491d192" providerId="LiveId" clId="{4C92133A-A3D0-4953-8C7C-D677EA0B2586}" dt="2025-12-15T03:17:26.901" v="44"/>
          <ac:spMkLst>
            <pc:docMk/>
            <pc:sldMk cId="81790807" sldId="279"/>
            <ac:spMk id="8" creationId="{F4EDF20B-73F2-4653-99AB-086022A9FEFB}"/>
          </ac:spMkLst>
        </pc:spChg>
        <pc:spChg chg="add mod">
          <ac:chgData name="rosh patel" userId="436be1530491d192" providerId="LiveId" clId="{4C92133A-A3D0-4953-8C7C-D677EA0B2586}" dt="2025-12-15T03:17:26.901" v="44"/>
          <ac:spMkLst>
            <pc:docMk/>
            <pc:sldMk cId="81790807" sldId="279"/>
            <ac:spMk id="9" creationId="{BD9D8754-1143-4B9A-B588-914C06DBC053}"/>
          </ac:spMkLst>
        </pc:spChg>
        <pc:spChg chg="mod">
          <ac:chgData name="rosh patel" userId="436be1530491d192" providerId="LiveId" clId="{4C92133A-A3D0-4953-8C7C-D677EA0B2586}" dt="2025-12-15T03:17:26.901" v="44"/>
          <ac:spMkLst>
            <pc:docMk/>
            <pc:sldMk cId="81790807" sldId="279"/>
            <ac:spMk id="11" creationId="{2DC83F06-CA4F-4506-BB13-B5381888B6A2}"/>
          </ac:spMkLst>
        </pc:spChg>
        <pc:spChg chg="mod">
          <ac:chgData name="rosh patel" userId="436be1530491d192" providerId="LiveId" clId="{4C92133A-A3D0-4953-8C7C-D677EA0B2586}" dt="2025-12-15T03:17:26.901" v="44"/>
          <ac:spMkLst>
            <pc:docMk/>
            <pc:sldMk cId="81790807" sldId="279"/>
            <ac:spMk id="12" creationId="{7C392F4B-7A86-4D90-86CF-91CC5EFA5B63}"/>
          </ac:spMkLst>
        </pc:spChg>
        <pc:spChg chg="add mod">
          <ac:chgData name="rosh patel" userId="436be1530491d192" providerId="LiveId" clId="{4C92133A-A3D0-4953-8C7C-D677EA0B2586}" dt="2025-12-16T05:42:09.258" v="752" actId="255"/>
          <ac:spMkLst>
            <pc:docMk/>
            <pc:sldMk cId="81790807" sldId="279"/>
            <ac:spMk id="17" creationId="{9D99FB6A-C5FE-4107-862E-FE780CEAF311}"/>
          </ac:spMkLst>
        </pc:spChg>
        <pc:spChg chg="add mod">
          <ac:chgData name="rosh patel" userId="436be1530491d192" providerId="LiveId" clId="{4C92133A-A3D0-4953-8C7C-D677EA0B2586}" dt="2025-12-16T05:51:29.195" v="862" actId="14100"/>
          <ac:spMkLst>
            <pc:docMk/>
            <pc:sldMk cId="81790807" sldId="279"/>
            <ac:spMk id="35" creationId="{B469B599-34F6-46C9-AC75-1DF02DE00D17}"/>
          </ac:spMkLst>
        </pc:spChg>
        <pc:spChg chg="add mod">
          <ac:chgData name="rosh patel" userId="436be1530491d192" providerId="LiveId" clId="{4C92133A-A3D0-4953-8C7C-D677EA0B2586}" dt="2025-12-16T05:50:39.609" v="853" actId="108"/>
          <ac:spMkLst>
            <pc:docMk/>
            <pc:sldMk cId="81790807" sldId="279"/>
            <ac:spMk id="37" creationId="{03053325-4E03-4E36-9774-AE1BAF8CA1EB}"/>
          </ac:spMkLst>
        </pc:spChg>
        <pc:spChg chg="add mod">
          <ac:chgData name="rosh patel" userId="436be1530491d192" providerId="LiveId" clId="{4C92133A-A3D0-4953-8C7C-D677EA0B2586}" dt="2025-12-16T05:50:43.752" v="854" actId="108"/>
          <ac:spMkLst>
            <pc:docMk/>
            <pc:sldMk cId="81790807" sldId="279"/>
            <ac:spMk id="39" creationId="{5F92DE4D-E64A-43F1-A2A1-9695C5784453}"/>
          </ac:spMkLst>
        </pc:spChg>
        <pc:spChg chg="add mod">
          <ac:chgData name="rosh patel" userId="436be1530491d192" providerId="LiveId" clId="{4C92133A-A3D0-4953-8C7C-D677EA0B2586}" dt="2025-12-16T05:50:47.568" v="855" actId="108"/>
          <ac:spMkLst>
            <pc:docMk/>
            <pc:sldMk cId="81790807" sldId="279"/>
            <ac:spMk id="42" creationId="{A0708414-2667-481B-83DE-5637E62E0A79}"/>
          </ac:spMkLst>
        </pc:spChg>
        <pc:spChg chg="add mod">
          <ac:chgData name="rosh patel" userId="436be1530491d192" providerId="LiveId" clId="{4C92133A-A3D0-4953-8C7C-D677EA0B2586}" dt="2025-12-16T05:50:50.786" v="856" actId="108"/>
          <ac:spMkLst>
            <pc:docMk/>
            <pc:sldMk cId="81790807" sldId="279"/>
            <ac:spMk id="44" creationId="{8A9F29C1-AF29-4A81-BD1D-05A8771FB7A8}"/>
          </ac:spMkLst>
        </pc:spChg>
        <pc:spChg chg="add mod">
          <ac:chgData name="rosh patel" userId="436be1530491d192" providerId="LiveId" clId="{4C92133A-A3D0-4953-8C7C-D677EA0B2586}" dt="2025-12-16T05:50:54.165" v="857" actId="108"/>
          <ac:spMkLst>
            <pc:docMk/>
            <pc:sldMk cId="81790807" sldId="279"/>
            <ac:spMk id="46" creationId="{4EC0349E-4377-44FC-8CC0-9498F2FA9C1F}"/>
          </ac:spMkLst>
        </pc:spChg>
        <pc:spChg chg="add mod">
          <ac:chgData name="rosh patel" userId="436be1530491d192" providerId="LiveId" clId="{4C92133A-A3D0-4953-8C7C-D677EA0B2586}" dt="2025-12-16T05:51:05.040" v="859" actId="108"/>
          <ac:spMkLst>
            <pc:docMk/>
            <pc:sldMk cId="81790807" sldId="279"/>
            <ac:spMk id="48" creationId="{00058826-6FFD-4C74-8B3A-FB4AA9F51252}"/>
          </ac:spMkLst>
        </pc:spChg>
        <pc:spChg chg="add mod">
          <ac:chgData name="rosh patel" userId="436be1530491d192" providerId="LiveId" clId="{4C92133A-A3D0-4953-8C7C-D677EA0B2586}" dt="2025-12-16T05:51:16.651" v="860" actId="108"/>
          <ac:spMkLst>
            <pc:docMk/>
            <pc:sldMk cId="81790807" sldId="279"/>
            <ac:spMk id="50" creationId="{05B2FAE4-312D-4FF9-8582-9CB93D741999}"/>
          </ac:spMkLst>
        </pc:spChg>
        <pc:spChg chg="add mod">
          <ac:chgData name="rosh patel" userId="436be1530491d192" providerId="LiveId" clId="{4C92133A-A3D0-4953-8C7C-D677EA0B2586}" dt="2025-12-16T05:51:22.699" v="861" actId="108"/>
          <ac:spMkLst>
            <pc:docMk/>
            <pc:sldMk cId="81790807" sldId="279"/>
            <ac:spMk id="52" creationId="{B026967C-D3FE-41B5-AB5A-964F22B282E6}"/>
          </ac:spMkLst>
        </pc:spChg>
        <pc:grpChg chg="add mod">
          <ac:chgData name="rosh patel" userId="436be1530491d192" providerId="LiveId" clId="{4C92133A-A3D0-4953-8C7C-D677EA0B2586}" dt="2025-12-15T03:17:26.901" v="44"/>
          <ac:grpSpMkLst>
            <pc:docMk/>
            <pc:sldMk cId="81790807" sldId="279"/>
            <ac:grpSpMk id="2" creationId="{873C60FF-39E8-41ED-8707-400F49605ADA}"/>
          </ac:grpSpMkLst>
        </pc:grpChg>
        <pc:grpChg chg="add mod">
          <ac:chgData name="rosh patel" userId="436be1530491d192" providerId="LiveId" clId="{4C92133A-A3D0-4953-8C7C-D677EA0B2586}" dt="2025-12-15T03:17:26.901" v="44"/>
          <ac:grpSpMkLst>
            <pc:docMk/>
            <pc:sldMk cId="81790807" sldId="279"/>
            <ac:grpSpMk id="5" creationId="{D059CB46-BA76-41D1-8817-64DC0307ABD9}"/>
          </ac:grpSpMkLst>
        </pc:grpChg>
        <pc:grpChg chg="add mod">
          <ac:chgData name="rosh patel" userId="436be1530491d192" providerId="LiveId" clId="{4C92133A-A3D0-4953-8C7C-D677EA0B2586}" dt="2025-12-15T03:17:26.901" v="44"/>
          <ac:grpSpMkLst>
            <pc:docMk/>
            <pc:sldMk cId="81790807" sldId="279"/>
            <ac:grpSpMk id="10" creationId="{42C1D28E-0812-4928-B021-5B702D09C1F5}"/>
          </ac:grpSpMkLst>
        </pc:grpChg>
        <pc:picChg chg="add del mod">
          <ac:chgData name="rosh patel" userId="436be1530491d192" providerId="LiveId" clId="{4C92133A-A3D0-4953-8C7C-D677EA0B2586}" dt="2025-12-16T04:37:02.512" v="532" actId="21"/>
          <ac:picMkLst>
            <pc:docMk/>
            <pc:sldMk cId="81790807" sldId="279"/>
            <ac:picMk id="13" creationId="{777D4AC3-0D8D-4F70-B317-96591CF6B526}"/>
          </ac:picMkLst>
        </pc:picChg>
        <pc:picChg chg="add mod">
          <ac:chgData name="rosh patel" userId="436be1530491d192" providerId="LiveId" clId="{4C92133A-A3D0-4953-8C7C-D677EA0B2586}" dt="2025-12-16T05:42:23.335" v="753" actId="1076"/>
          <ac:picMkLst>
            <pc:docMk/>
            <pc:sldMk cId="81790807" sldId="279"/>
            <ac:picMk id="15" creationId="{907981E7-445A-4916-950E-309037C6056A}"/>
          </ac:picMkLst>
        </pc:picChg>
        <pc:cxnChg chg="add mod">
          <ac:chgData name="rosh patel" userId="436be1530491d192" providerId="LiveId" clId="{4C92133A-A3D0-4953-8C7C-D677EA0B2586}" dt="2025-12-16T05:43:01.196" v="764" actId="1037"/>
          <ac:cxnSpMkLst>
            <pc:docMk/>
            <pc:sldMk cId="81790807" sldId="279"/>
            <ac:cxnSpMk id="19" creationId="{4B4A7D1C-5BA3-4960-B03C-7529FB20DDE8}"/>
          </ac:cxnSpMkLst>
        </pc:cxnChg>
        <pc:cxnChg chg="add mod">
          <ac:chgData name="rosh patel" userId="436be1530491d192" providerId="LiveId" clId="{4C92133A-A3D0-4953-8C7C-D677EA0B2586}" dt="2025-12-16T05:43:32.345" v="774" actId="14100"/>
          <ac:cxnSpMkLst>
            <pc:docMk/>
            <pc:sldMk cId="81790807" sldId="279"/>
            <ac:cxnSpMk id="22" creationId="{F2055ADB-32A6-4F65-A439-F91F318B885A}"/>
          </ac:cxnSpMkLst>
        </pc:cxnChg>
        <pc:cxnChg chg="add mod">
          <ac:chgData name="rosh patel" userId="436be1530491d192" providerId="LiveId" clId="{4C92133A-A3D0-4953-8C7C-D677EA0B2586}" dt="2025-12-16T05:44:42.839" v="788" actId="1035"/>
          <ac:cxnSpMkLst>
            <pc:docMk/>
            <pc:sldMk cId="81790807" sldId="279"/>
            <ac:cxnSpMk id="25" creationId="{5D0FABAA-F56B-4DC1-9F4A-CB2C84AB57CC}"/>
          </ac:cxnSpMkLst>
        </pc:cxnChg>
        <pc:cxnChg chg="add mod">
          <ac:chgData name="rosh patel" userId="436be1530491d192" providerId="LiveId" clId="{4C92133A-A3D0-4953-8C7C-D677EA0B2586}" dt="2025-12-16T05:44:30.793" v="786" actId="1035"/>
          <ac:cxnSpMkLst>
            <pc:docMk/>
            <pc:sldMk cId="81790807" sldId="279"/>
            <ac:cxnSpMk id="27" creationId="{F8EAB264-B992-4944-AA6E-E511CCDDBCC8}"/>
          </ac:cxnSpMkLst>
        </pc:cxnChg>
        <pc:cxnChg chg="add mod">
          <ac:chgData name="rosh patel" userId="436be1530491d192" providerId="LiveId" clId="{4C92133A-A3D0-4953-8C7C-D677EA0B2586}" dt="2025-12-16T05:44:57.182" v="790" actId="1076"/>
          <ac:cxnSpMkLst>
            <pc:docMk/>
            <pc:sldMk cId="81790807" sldId="279"/>
            <ac:cxnSpMk id="28" creationId="{48F296DD-ECE7-48DA-B169-0C7264F71376}"/>
          </ac:cxnSpMkLst>
        </pc:cxnChg>
        <pc:cxnChg chg="add mod">
          <ac:chgData name="rosh patel" userId="436be1530491d192" providerId="LiveId" clId="{4C92133A-A3D0-4953-8C7C-D677EA0B2586}" dt="2025-12-16T05:45:08.859" v="793" actId="1035"/>
          <ac:cxnSpMkLst>
            <pc:docMk/>
            <pc:sldMk cId="81790807" sldId="279"/>
            <ac:cxnSpMk id="29" creationId="{A86885C3-21D1-49A0-8F43-260DF8B49A9D}"/>
          </ac:cxnSpMkLst>
        </pc:cxnChg>
        <pc:cxnChg chg="add mod">
          <ac:chgData name="rosh patel" userId="436be1530491d192" providerId="LiveId" clId="{4C92133A-A3D0-4953-8C7C-D677EA0B2586}" dt="2025-12-16T05:45:36.827" v="803" actId="1037"/>
          <ac:cxnSpMkLst>
            <pc:docMk/>
            <pc:sldMk cId="81790807" sldId="279"/>
            <ac:cxnSpMk id="30" creationId="{6D9DD292-DAF1-4B01-BBBA-2D170A464BCC}"/>
          </ac:cxnSpMkLst>
        </pc:cxnChg>
        <pc:cxnChg chg="add mod">
          <ac:chgData name="rosh patel" userId="436be1530491d192" providerId="LiveId" clId="{4C92133A-A3D0-4953-8C7C-D677EA0B2586}" dt="2025-12-16T05:45:50.837" v="805" actId="1076"/>
          <ac:cxnSpMkLst>
            <pc:docMk/>
            <pc:sldMk cId="81790807" sldId="279"/>
            <ac:cxnSpMk id="32" creationId="{23CD6B29-FA00-4051-BB45-94E0677F986C}"/>
          </ac:cxnSpMkLst>
        </pc:cxnChg>
        <pc:cxnChg chg="add mod">
          <ac:chgData name="rosh patel" userId="436be1530491d192" providerId="LiveId" clId="{4C92133A-A3D0-4953-8C7C-D677EA0B2586}" dt="2025-12-16T05:46:09.425" v="809" actId="1037"/>
          <ac:cxnSpMkLst>
            <pc:docMk/>
            <pc:sldMk cId="81790807" sldId="279"/>
            <ac:cxnSpMk id="33" creationId="{89799636-9706-4743-8FA6-F812B66BB072}"/>
          </ac:cxnSpMkLst>
        </pc:cxnChg>
        <pc:cxnChg chg="add mod">
          <ac:chgData name="rosh patel" userId="436be1530491d192" providerId="LiveId" clId="{4C92133A-A3D0-4953-8C7C-D677EA0B2586}" dt="2025-12-16T05:47:49.219" v="830" actId="1035"/>
          <ac:cxnSpMkLst>
            <pc:docMk/>
            <pc:sldMk cId="81790807" sldId="279"/>
            <ac:cxnSpMk id="40" creationId="{0CBFE65E-D62D-40A6-A3FC-38DB67127886}"/>
          </ac:cxnSpMkLst>
        </pc:cxnChg>
      </pc:sldChg>
      <pc:sldChg chg="add del">
        <pc:chgData name="rosh patel" userId="436be1530491d192" providerId="LiveId" clId="{4C92133A-A3D0-4953-8C7C-D677EA0B2586}" dt="2025-12-15T03:16:17.914" v="21"/>
        <pc:sldMkLst>
          <pc:docMk/>
          <pc:sldMk cId="695556578" sldId="279"/>
        </pc:sldMkLst>
      </pc:sldChg>
      <pc:sldChg chg="addSp delSp modSp new mod">
        <pc:chgData name="rosh patel" userId="436be1530491d192" providerId="LiveId" clId="{4C92133A-A3D0-4953-8C7C-D677EA0B2586}" dt="2025-12-17T07:27:47.954" v="1059" actId="113"/>
        <pc:sldMkLst>
          <pc:docMk/>
          <pc:sldMk cId="1033503283" sldId="280"/>
        </pc:sldMkLst>
        <pc:spChg chg="mod">
          <ac:chgData name="rosh patel" userId="436be1530491d192" providerId="LiveId" clId="{4C92133A-A3D0-4953-8C7C-D677EA0B2586}" dt="2025-12-15T03:17:39.991" v="46"/>
          <ac:spMkLst>
            <pc:docMk/>
            <pc:sldMk cId="1033503283" sldId="280"/>
            <ac:spMk id="3" creationId="{80745BC0-FD68-40FD-B393-1CF5B42F539F}"/>
          </ac:spMkLst>
        </pc:spChg>
        <pc:spChg chg="mod">
          <ac:chgData name="rosh patel" userId="436be1530491d192" providerId="LiveId" clId="{4C92133A-A3D0-4953-8C7C-D677EA0B2586}" dt="2025-12-15T03:17:39.991" v="46"/>
          <ac:spMkLst>
            <pc:docMk/>
            <pc:sldMk cId="1033503283" sldId="280"/>
            <ac:spMk id="4" creationId="{3C4B3576-65A7-4099-BC65-89B9E85EB42D}"/>
          </ac:spMkLst>
        </pc:spChg>
        <pc:spChg chg="mod">
          <ac:chgData name="rosh patel" userId="436be1530491d192" providerId="LiveId" clId="{4C92133A-A3D0-4953-8C7C-D677EA0B2586}" dt="2025-12-15T03:17:39.991" v="46"/>
          <ac:spMkLst>
            <pc:docMk/>
            <pc:sldMk cId="1033503283" sldId="280"/>
            <ac:spMk id="6" creationId="{041833A8-D8C7-4BDB-9055-62D274EDC49D}"/>
          </ac:spMkLst>
        </pc:spChg>
        <pc:spChg chg="mod">
          <ac:chgData name="rosh patel" userId="436be1530491d192" providerId="LiveId" clId="{4C92133A-A3D0-4953-8C7C-D677EA0B2586}" dt="2025-12-15T03:17:39.991" v="46"/>
          <ac:spMkLst>
            <pc:docMk/>
            <pc:sldMk cId="1033503283" sldId="280"/>
            <ac:spMk id="7" creationId="{E76C902F-F735-4166-BDE5-8D7042EB2152}"/>
          </ac:spMkLst>
        </pc:spChg>
        <pc:spChg chg="add mod">
          <ac:chgData name="rosh patel" userId="436be1530491d192" providerId="LiveId" clId="{4C92133A-A3D0-4953-8C7C-D677EA0B2586}" dt="2025-12-15T03:17:39.991" v="46"/>
          <ac:spMkLst>
            <pc:docMk/>
            <pc:sldMk cId="1033503283" sldId="280"/>
            <ac:spMk id="8" creationId="{95DE4083-7AED-4580-BFFF-E10767F38ED7}"/>
          </ac:spMkLst>
        </pc:spChg>
        <pc:spChg chg="add mod">
          <ac:chgData name="rosh patel" userId="436be1530491d192" providerId="LiveId" clId="{4C92133A-A3D0-4953-8C7C-D677EA0B2586}" dt="2025-12-15T03:17:39.991" v="46"/>
          <ac:spMkLst>
            <pc:docMk/>
            <pc:sldMk cId="1033503283" sldId="280"/>
            <ac:spMk id="9" creationId="{03D48B6B-0BFD-448E-8367-76CE887D4DB8}"/>
          </ac:spMkLst>
        </pc:spChg>
        <pc:spChg chg="mod">
          <ac:chgData name="rosh patel" userId="436be1530491d192" providerId="LiveId" clId="{4C92133A-A3D0-4953-8C7C-D677EA0B2586}" dt="2025-12-15T03:17:39.991" v="46"/>
          <ac:spMkLst>
            <pc:docMk/>
            <pc:sldMk cId="1033503283" sldId="280"/>
            <ac:spMk id="11" creationId="{88FD6808-774A-4D9C-AC8B-EC599E3309AA}"/>
          </ac:spMkLst>
        </pc:spChg>
        <pc:spChg chg="mod">
          <ac:chgData name="rosh patel" userId="436be1530491d192" providerId="LiveId" clId="{4C92133A-A3D0-4953-8C7C-D677EA0B2586}" dt="2025-12-15T03:17:39.991" v="46"/>
          <ac:spMkLst>
            <pc:docMk/>
            <pc:sldMk cId="1033503283" sldId="280"/>
            <ac:spMk id="12" creationId="{B0A52DFB-A3A4-4D4B-9AF8-CF6493404B72}"/>
          </ac:spMkLst>
        </pc:spChg>
        <pc:spChg chg="add del mod">
          <ac:chgData name="rosh patel" userId="436be1530491d192" providerId="LiveId" clId="{4C92133A-A3D0-4953-8C7C-D677EA0B2586}" dt="2025-12-16T03:46:35.665" v="378" actId="478"/>
          <ac:spMkLst>
            <pc:docMk/>
            <pc:sldMk cId="1033503283" sldId="280"/>
            <ac:spMk id="14" creationId="{12E23EB9-8A45-456F-8B76-0F19EFA8794E}"/>
          </ac:spMkLst>
        </pc:spChg>
        <pc:spChg chg="add mod">
          <ac:chgData name="rosh patel" userId="436be1530491d192" providerId="LiveId" clId="{4C92133A-A3D0-4953-8C7C-D677EA0B2586}" dt="2025-12-17T07:27:47.954" v="1059" actId="113"/>
          <ac:spMkLst>
            <pc:docMk/>
            <pc:sldMk cId="1033503283" sldId="280"/>
            <ac:spMk id="14" creationId="{C189DAB5-7D4A-4E04-8916-5604759453F3}"/>
          </ac:spMkLst>
        </pc:spChg>
        <pc:grpChg chg="add mod">
          <ac:chgData name="rosh patel" userId="436be1530491d192" providerId="LiveId" clId="{4C92133A-A3D0-4953-8C7C-D677EA0B2586}" dt="2025-12-15T03:17:39.991" v="46"/>
          <ac:grpSpMkLst>
            <pc:docMk/>
            <pc:sldMk cId="1033503283" sldId="280"/>
            <ac:grpSpMk id="2" creationId="{9A76D10F-F3E2-40B0-B9C2-35C879F83F15}"/>
          </ac:grpSpMkLst>
        </pc:grpChg>
        <pc:grpChg chg="add mod">
          <ac:chgData name="rosh patel" userId="436be1530491d192" providerId="LiveId" clId="{4C92133A-A3D0-4953-8C7C-D677EA0B2586}" dt="2025-12-15T03:17:39.991" v="46"/>
          <ac:grpSpMkLst>
            <pc:docMk/>
            <pc:sldMk cId="1033503283" sldId="280"/>
            <ac:grpSpMk id="5" creationId="{F0702BC4-9B3A-4ED8-A1A8-97067A01603F}"/>
          </ac:grpSpMkLst>
        </pc:grpChg>
        <pc:grpChg chg="add mod">
          <ac:chgData name="rosh patel" userId="436be1530491d192" providerId="LiveId" clId="{4C92133A-A3D0-4953-8C7C-D677EA0B2586}" dt="2025-12-15T03:17:39.991" v="46"/>
          <ac:grpSpMkLst>
            <pc:docMk/>
            <pc:sldMk cId="1033503283" sldId="280"/>
            <ac:grpSpMk id="10" creationId="{B112A2DB-ADB3-4441-9599-F2A8860BF9A0}"/>
          </ac:grpSpMkLst>
        </pc:grpChg>
      </pc:sldChg>
      <pc:sldChg chg="add del">
        <pc:chgData name="rosh patel" userId="436be1530491d192" providerId="LiveId" clId="{4C92133A-A3D0-4953-8C7C-D677EA0B2586}" dt="2025-12-15T03:16:17.914" v="21"/>
        <pc:sldMkLst>
          <pc:docMk/>
          <pc:sldMk cId="3128831259" sldId="280"/>
        </pc:sldMkLst>
      </pc:sldChg>
      <pc:sldChg chg="add del">
        <pc:chgData name="rosh patel" userId="436be1530491d192" providerId="LiveId" clId="{4C92133A-A3D0-4953-8C7C-D677EA0B2586}" dt="2025-12-15T03:16:17.914" v="21"/>
        <pc:sldMkLst>
          <pc:docMk/>
          <pc:sldMk cId="172419471" sldId="281"/>
        </pc:sldMkLst>
      </pc:sldChg>
      <pc:sldChg chg="addSp delSp modSp new mod">
        <pc:chgData name="rosh patel" userId="436be1530491d192" providerId="LiveId" clId="{4C92133A-A3D0-4953-8C7C-D677EA0B2586}" dt="2025-12-17T07:30:35.078" v="1082" actId="1076"/>
        <pc:sldMkLst>
          <pc:docMk/>
          <pc:sldMk cId="3931583990" sldId="281"/>
        </pc:sldMkLst>
        <pc:spChg chg="mod">
          <ac:chgData name="rosh patel" userId="436be1530491d192" providerId="LiveId" clId="{4C92133A-A3D0-4953-8C7C-D677EA0B2586}" dt="2025-12-15T03:17:44.005" v="48"/>
          <ac:spMkLst>
            <pc:docMk/>
            <pc:sldMk cId="3931583990" sldId="281"/>
            <ac:spMk id="3" creationId="{E682EC04-6917-425E-85FE-0CC188924102}"/>
          </ac:spMkLst>
        </pc:spChg>
        <pc:spChg chg="mod">
          <ac:chgData name="rosh patel" userId="436be1530491d192" providerId="LiveId" clId="{4C92133A-A3D0-4953-8C7C-D677EA0B2586}" dt="2025-12-15T03:17:44.005" v="48"/>
          <ac:spMkLst>
            <pc:docMk/>
            <pc:sldMk cId="3931583990" sldId="281"/>
            <ac:spMk id="4" creationId="{2010CCAA-0E68-4333-9835-25084E0F10DD}"/>
          </ac:spMkLst>
        </pc:spChg>
        <pc:spChg chg="mod">
          <ac:chgData name="rosh patel" userId="436be1530491d192" providerId="LiveId" clId="{4C92133A-A3D0-4953-8C7C-D677EA0B2586}" dt="2025-12-15T03:17:44.005" v="48"/>
          <ac:spMkLst>
            <pc:docMk/>
            <pc:sldMk cId="3931583990" sldId="281"/>
            <ac:spMk id="6" creationId="{79911704-D55D-4566-96A0-229776BCD026}"/>
          </ac:spMkLst>
        </pc:spChg>
        <pc:spChg chg="mod">
          <ac:chgData name="rosh patel" userId="436be1530491d192" providerId="LiveId" clId="{4C92133A-A3D0-4953-8C7C-D677EA0B2586}" dt="2025-12-15T03:17:44.005" v="48"/>
          <ac:spMkLst>
            <pc:docMk/>
            <pc:sldMk cId="3931583990" sldId="281"/>
            <ac:spMk id="7" creationId="{C7C777F1-549F-4B16-8235-A9B72772E2B5}"/>
          </ac:spMkLst>
        </pc:spChg>
        <pc:spChg chg="add mod">
          <ac:chgData name="rosh patel" userId="436be1530491d192" providerId="LiveId" clId="{4C92133A-A3D0-4953-8C7C-D677EA0B2586}" dt="2025-12-15T03:17:44.005" v="48"/>
          <ac:spMkLst>
            <pc:docMk/>
            <pc:sldMk cId="3931583990" sldId="281"/>
            <ac:spMk id="8" creationId="{5D89F14A-E0F4-4EB1-9405-6F292C929164}"/>
          </ac:spMkLst>
        </pc:spChg>
        <pc:spChg chg="add mod">
          <ac:chgData name="rosh patel" userId="436be1530491d192" providerId="LiveId" clId="{4C92133A-A3D0-4953-8C7C-D677EA0B2586}" dt="2025-12-15T03:17:44.005" v="48"/>
          <ac:spMkLst>
            <pc:docMk/>
            <pc:sldMk cId="3931583990" sldId="281"/>
            <ac:spMk id="9" creationId="{9487119F-9EEA-4AB9-844D-E0986FCE1ED8}"/>
          </ac:spMkLst>
        </pc:spChg>
        <pc:spChg chg="mod">
          <ac:chgData name="rosh patel" userId="436be1530491d192" providerId="LiveId" clId="{4C92133A-A3D0-4953-8C7C-D677EA0B2586}" dt="2025-12-15T03:17:44.005" v="48"/>
          <ac:spMkLst>
            <pc:docMk/>
            <pc:sldMk cId="3931583990" sldId="281"/>
            <ac:spMk id="11" creationId="{DAE7B37A-6CB2-4456-B237-2A7CABB8F8E3}"/>
          </ac:spMkLst>
        </pc:spChg>
        <pc:spChg chg="mod">
          <ac:chgData name="rosh patel" userId="436be1530491d192" providerId="LiveId" clId="{4C92133A-A3D0-4953-8C7C-D677EA0B2586}" dt="2025-12-15T03:17:44.005" v="48"/>
          <ac:spMkLst>
            <pc:docMk/>
            <pc:sldMk cId="3931583990" sldId="281"/>
            <ac:spMk id="12" creationId="{CA6BD62B-DB08-4B7A-BBC5-3FB2E4616BD0}"/>
          </ac:spMkLst>
        </pc:spChg>
        <pc:spChg chg="add mod">
          <ac:chgData name="rosh patel" userId="436be1530491d192" providerId="LiveId" clId="{4C92133A-A3D0-4953-8C7C-D677EA0B2586}" dt="2025-12-17T07:30:35.078" v="1082" actId="1076"/>
          <ac:spMkLst>
            <pc:docMk/>
            <pc:sldMk cId="3931583990" sldId="281"/>
            <ac:spMk id="14" creationId="{0AE5172F-9AF8-4493-B112-F14BDB4937D5}"/>
          </ac:spMkLst>
        </pc:spChg>
        <pc:spChg chg="add del mod">
          <ac:chgData name="rosh patel" userId="436be1530491d192" providerId="LiveId" clId="{4C92133A-A3D0-4953-8C7C-D677EA0B2586}" dt="2025-12-17T07:29:59.415" v="1075" actId="478"/>
          <ac:spMkLst>
            <pc:docMk/>
            <pc:sldMk cId="3931583990" sldId="281"/>
            <ac:spMk id="16" creationId="{896BE558-08F8-4A45-9C81-606BAC1E57B0}"/>
          </ac:spMkLst>
        </pc:spChg>
        <pc:grpChg chg="add mod">
          <ac:chgData name="rosh patel" userId="436be1530491d192" providerId="LiveId" clId="{4C92133A-A3D0-4953-8C7C-D677EA0B2586}" dt="2025-12-15T03:17:44.005" v="48"/>
          <ac:grpSpMkLst>
            <pc:docMk/>
            <pc:sldMk cId="3931583990" sldId="281"/>
            <ac:grpSpMk id="2" creationId="{53172679-A24C-490A-8DFF-86810A4ADFE8}"/>
          </ac:grpSpMkLst>
        </pc:grpChg>
        <pc:grpChg chg="add mod">
          <ac:chgData name="rosh patel" userId="436be1530491d192" providerId="LiveId" clId="{4C92133A-A3D0-4953-8C7C-D677EA0B2586}" dt="2025-12-15T03:17:44.005" v="48"/>
          <ac:grpSpMkLst>
            <pc:docMk/>
            <pc:sldMk cId="3931583990" sldId="281"/>
            <ac:grpSpMk id="5" creationId="{E37F5C26-E290-4EEC-BDC3-3F77E29B2CA8}"/>
          </ac:grpSpMkLst>
        </pc:grpChg>
        <pc:grpChg chg="add mod">
          <ac:chgData name="rosh patel" userId="436be1530491d192" providerId="LiveId" clId="{4C92133A-A3D0-4953-8C7C-D677EA0B2586}" dt="2025-12-15T03:17:44.005" v="48"/>
          <ac:grpSpMkLst>
            <pc:docMk/>
            <pc:sldMk cId="3931583990" sldId="281"/>
            <ac:grpSpMk id="10" creationId="{C70F5F6A-6FC2-41EF-AF36-B12225C5E9D7}"/>
          </ac:grpSpMkLst>
        </pc:grpChg>
        <pc:picChg chg="add mod">
          <ac:chgData name="rosh patel" userId="436be1530491d192" providerId="LiveId" clId="{4C92133A-A3D0-4953-8C7C-D677EA0B2586}" dt="2025-12-17T07:30:31.047" v="1081" actId="1076"/>
          <ac:picMkLst>
            <pc:docMk/>
            <pc:sldMk cId="3931583990" sldId="281"/>
            <ac:picMk id="18" creationId="{C4E5217B-7E43-46BA-A814-33FCC993C7ED}"/>
          </ac:picMkLst>
        </pc:picChg>
      </pc:sldChg>
      <pc:sldChg chg="addSp modSp new mod">
        <pc:chgData name="rosh patel" userId="436be1530491d192" providerId="LiveId" clId="{4C92133A-A3D0-4953-8C7C-D677EA0B2586}" dt="2025-12-17T07:31:13.924" v="1089" actId="1076"/>
        <pc:sldMkLst>
          <pc:docMk/>
          <pc:sldMk cId="2948548480" sldId="282"/>
        </pc:sldMkLst>
        <pc:spChg chg="mod">
          <ac:chgData name="rosh patel" userId="436be1530491d192" providerId="LiveId" clId="{4C92133A-A3D0-4953-8C7C-D677EA0B2586}" dt="2025-12-15T03:17:47.021" v="50"/>
          <ac:spMkLst>
            <pc:docMk/>
            <pc:sldMk cId="2948548480" sldId="282"/>
            <ac:spMk id="3" creationId="{A746EF40-3843-44B7-9747-0F5D6A23C7CD}"/>
          </ac:spMkLst>
        </pc:spChg>
        <pc:spChg chg="mod">
          <ac:chgData name="rosh patel" userId="436be1530491d192" providerId="LiveId" clId="{4C92133A-A3D0-4953-8C7C-D677EA0B2586}" dt="2025-12-15T03:17:47.021" v="50"/>
          <ac:spMkLst>
            <pc:docMk/>
            <pc:sldMk cId="2948548480" sldId="282"/>
            <ac:spMk id="4" creationId="{6ABF28B7-773B-4951-8C37-171B77CDF62F}"/>
          </ac:spMkLst>
        </pc:spChg>
        <pc:spChg chg="mod">
          <ac:chgData name="rosh patel" userId="436be1530491d192" providerId="LiveId" clId="{4C92133A-A3D0-4953-8C7C-D677EA0B2586}" dt="2025-12-15T03:17:47.021" v="50"/>
          <ac:spMkLst>
            <pc:docMk/>
            <pc:sldMk cId="2948548480" sldId="282"/>
            <ac:spMk id="6" creationId="{3E9BA99A-731E-4F62-B749-0D1C06C8DB00}"/>
          </ac:spMkLst>
        </pc:spChg>
        <pc:spChg chg="mod">
          <ac:chgData name="rosh patel" userId="436be1530491d192" providerId="LiveId" clId="{4C92133A-A3D0-4953-8C7C-D677EA0B2586}" dt="2025-12-15T03:17:47.021" v="50"/>
          <ac:spMkLst>
            <pc:docMk/>
            <pc:sldMk cId="2948548480" sldId="282"/>
            <ac:spMk id="7" creationId="{DE293EB3-0B05-419D-ABE9-E9FF26B95F1E}"/>
          </ac:spMkLst>
        </pc:spChg>
        <pc:spChg chg="add mod">
          <ac:chgData name="rosh patel" userId="436be1530491d192" providerId="LiveId" clId="{4C92133A-A3D0-4953-8C7C-D677EA0B2586}" dt="2025-12-15T03:17:47.021" v="50"/>
          <ac:spMkLst>
            <pc:docMk/>
            <pc:sldMk cId="2948548480" sldId="282"/>
            <ac:spMk id="8" creationId="{C3028DDB-6BE8-4A49-A97E-23A1E11823EF}"/>
          </ac:spMkLst>
        </pc:spChg>
        <pc:spChg chg="add mod">
          <ac:chgData name="rosh patel" userId="436be1530491d192" providerId="LiveId" clId="{4C92133A-A3D0-4953-8C7C-D677EA0B2586}" dt="2025-12-15T03:17:47.021" v="50"/>
          <ac:spMkLst>
            <pc:docMk/>
            <pc:sldMk cId="2948548480" sldId="282"/>
            <ac:spMk id="9" creationId="{C67680A5-15FB-4955-9020-C7D40A263C66}"/>
          </ac:spMkLst>
        </pc:spChg>
        <pc:spChg chg="mod">
          <ac:chgData name="rosh patel" userId="436be1530491d192" providerId="LiveId" clId="{4C92133A-A3D0-4953-8C7C-D677EA0B2586}" dt="2025-12-15T03:17:47.021" v="50"/>
          <ac:spMkLst>
            <pc:docMk/>
            <pc:sldMk cId="2948548480" sldId="282"/>
            <ac:spMk id="11" creationId="{E280AC9D-A89C-494A-A46C-63A18491468A}"/>
          </ac:spMkLst>
        </pc:spChg>
        <pc:spChg chg="mod">
          <ac:chgData name="rosh patel" userId="436be1530491d192" providerId="LiveId" clId="{4C92133A-A3D0-4953-8C7C-D677EA0B2586}" dt="2025-12-15T03:17:47.021" v="50"/>
          <ac:spMkLst>
            <pc:docMk/>
            <pc:sldMk cId="2948548480" sldId="282"/>
            <ac:spMk id="12" creationId="{7806DC4A-DB20-4191-8AAF-580EB7A6B871}"/>
          </ac:spMkLst>
        </pc:spChg>
        <pc:grpChg chg="add mod">
          <ac:chgData name="rosh patel" userId="436be1530491d192" providerId="LiveId" clId="{4C92133A-A3D0-4953-8C7C-D677EA0B2586}" dt="2025-12-15T03:17:47.021" v="50"/>
          <ac:grpSpMkLst>
            <pc:docMk/>
            <pc:sldMk cId="2948548480" sldId="282"/>
            <ac:grpSpMk id="2" creationId="{0A07AEA8-FFA1-4EC6-93C6-A0E6A84ADD01}"/>
          </ac:grpSpMkLst>
        </pc:grpChg>
        <pc:grpChg chg="add mod">
          <ac:chgData name="rosh patel" userId="436be1530491d192" providerId="LiveId" clId="{4C92133A-A3D0-4953-8C7C-D677EA0B2586}" dt="2025-12-15T03:17:47.021" v="50"/>
          <ac:grpSpMkLst>
            <pc:docMk/>
            <pc:sldMk cId="2948548480" sldId="282"/>
            <ac:grpSpMk id="5" creationId="{33256E05-E2EF-49D2-B64C-47FFEB927253}"/>
          </ac:grpSpMkLst>
        </pc:grpChg>
        <pc:grpChg chg="add mod">
          <ac:chgData name="rosh patel" userId="436be1530491d192" providerId="LiveId" clId="{4C92133A-A3D0-4953-8C7C-D677EA0B2586}" dt="2025-12-15T03:17:47.021" v="50"/>
          <ac:grpSpMkLst>
            <pc:docMk/>
            <pc:sldMk cId="2948548480" sldId="282"/>
            <ac:grpSpMk id="10" creationId="{CC6EA8D2-A4E8-4D92-A278-8E9522DE6E29}"/>
          </ac:grpSpMkLst>
        </pc:grpChg>
        <pc:picChg chg="add mod">
          <ac:chgData name="rosh patel" userId="436be1530491d192" providerId="LiveId" clId="{4C92133A-A3D0-4953-8C7C-D677EA0B2586}" dt="2025-12-17T07:31:13.924" v="1089" actId="1076"/>
          <ac:picMkLst>
            <pc:docMk/>
            <pc:sldMk cId="2948548480" sldId="282"/>
            <ac:picMk id="14" creationId="{381B78FC-3FD2-490F-A1F6-D0AF62A65795}"/>
          </ac:picMkLst>
        </pc:picChg>
      </pc:sldChg>
      <pc:sldChg chg="addSp modSp new mod">
        <pc:chgData name="rosh patel" userId="436be1530491d192" providerId="LiveId" clId="{4C92133A-A3D0-4953-8C7C-D677EA0B2586}" dt="2025-12-17T09:24:02.772" v="1096" actId="1076"/>
        <pc:sldMkLst>
          <pc:docMk/>
          <pc:sldMk cId="1057549757" sldId="283"/>
        </pc:sldMkLst>
        <pc:spChg chg="mod">
          <ac:chgData name="rosh patel" userId="436be1530491d192" providerId="LiveId" clId="{4C92133A-A3D0-4953-8C7C-D677EA0B2586}" dt="2025-12-15T03:17:50.100" v="52"/>
          <ac:spMkLst>
            <pc:docMk/>
            <pc:sldMk cId="1057549757" sldId="283"/>
            <ac:spMk id="3" creationId="{40EC7A05-64F1-4269-8A23-3774A652FBD9}"/>
          </ac:spMkLst>
        </pc:spChg>
        <pc:spChg chg="mod">
          <ac:chgData name="rosh patel" userId="436be1530491d192" providerId="LiveId" clId="{4C92133A-A3D0-4953-8C7C-D677EA0B2586}" dt="2025-12-15T03:17:50.100" v="52"/>
          <ac:spMkLst>
            <pc:docMk/>
            <pc:sldMk cId="1057549757" sldId="283"/>
            <ac:spMk id="4" creationId="{B84C394B-69D5-4D12-A0D6-CF982EF22686}"/>
          </ac:spMkLst>
        </pc:spChg>
        <pc:spChg chg="mod">
          <ac:chgData name="rosh patel" userId="436be1530491d192" providerId="LiveId" clId="{4C92133A-A3D0-4953-8C7C-D677EA0B2586}" dt="2025-12-15T03:17:50.100" v="52"/>
          <ac:spMkLst>
            <pc:docMk/>
            <pc:sldMk cId="1057549757" sldId="283"/>
            <ac:spMk id="6" creationId="{0A22041A-290E-4FDA-9F00-DB75DFD631F1}"/>
          </ac:spMkLst>
        </pc:spChg>
        <pc:spChg chg="mod">
          <ac:chgData name="rosh patel" userId="436be1530491d192" providerId="LiveId" clId="{4C92133A-A3D0-4953-8C7C-D677EA0B2586}" dt="2025-12-15T03:17:50.100" v="52"/>
          <ac:spMkLst>
            <pc:docMk/>
            <pc:sldMk cId="1057549757" sldId="283"/>
            <ac:spMk id="7" creationId="{B5B77463-86B3-4032-9B3F-39C5F693595B}"/>
          </ac:spMkLst>
        </pc:spChg>
        <pc:spChg chg="add mod">
          <ac:chgData name="rosh patel" userId="436be1530491d192" providerId="LiveId" clId="{4C92133A-A3D0-4953-8C7C-D677EA0B2586}" dt="2025-12-15T03:17:50.100" v="52"/>
          <ac:spMkLst>
            <pc:docMk/>
            <pc:sldMk cId="1057549757" sldId="283"/>
            <ac:spMk id="8" creationId="{CA71207A-EAAA-43AB-93EA-189739248B75}"/>
          </ac:spMkLst>
        </pc:spChg>
        <pc:spChg chg="add mod">
          <ac:chgData name="rosh patel" userId="436be1530491d192" providerId="LiveId" clId="{4C92133A-A3D0-4953-8C7C-D677EA0B2586}" dt="2025-12-15T03:17:50.100" v="52"/>
          <ac:spMkLst>
            <pc:docMk/>
            <pc:sldMk cId="1057549757" sldId="283"/>
            <ac:spMk id="9" creationId="{A66F62D7-5AC1-455C-9B3C-3D666EAE099E}"/>
          </ac:spMkLst>
        </pc:spChg>
        <pc:spChg chg="mod">
          <ac:chgData name="rosh patel" userId="436be1530491d192" providerId="LiveId" clId="{4C92133A-A3D0-4953-8C7C-D677EA0B2586}" dt="2025-12-15T03:17:50.100" v="52"/>
          <ac:spMkLst>
            <pc:docMk/>
            <pc:sldMk cId="1057549757" sldId="283"/>
            <ac:spMk id="11" creationId="{E9D9B3CC-6777-4029-B241-8D1530A4C061}"/>
          </ac:spMkLst>
        </pc:spChg>
        <pc:spChg chg="mod">
          <ac:chgData name="rosh patel" userId="436be1530491d192" providerId="LiveId" clId="{4C92133A-A3D0-4953-8C7C-D677EA0B2586}" dt="2025-12-15T03:17:50.100" v="52"/>
          <ac:spMkLst>
            <pc:docMk/>
            <pc:sldMk cId="1057549757" sldId="283"/>
            <ac:spMk id="12" creationId="{CF33790D-9E85-41F2-B916-E073F6B7A23E}"/>
          </ac:spMkLst>
        </pc:spChg>
        <pc:grpChg chg="add mod">
          <ac:chgData name="rosh patel" userId="436be1530491d192" providerId="LiveId" clId="{4C92133A-A3D0-4953-8C7C-D677EA0B2586}" dt="2025-12-15T03:17:50.100" v="52"/>
          <ac:grpSpMkLst>
            <pc:docMk/>
            <pc:sldMk cId="1057549757" sldId="283"/>
            <ac:grpSpMk id="2" creationId="{48AF60ED-8833-4CA7-A893-F3B3642E6657}"/>
          </ac:grpSpMkLst>
        </pc:grpChg>
        <pc:grpChg chg="add mod">
          <ac:chgData name="rosh patel" userId="436be1530491d192" providerId="LiveId" clId="{4C92133A-A3D0-4953-8C7C-D677EA0B2586}" dt="2025-12-15T03:17:50.100" v="52"/>
          <ac:grpSpMkLst>
            <pc:docMk/>
            <pc:sldMk cId="1057549757" sldId="283"/>
            <ac:grpSpMk id="5" creationId="{B3AB486E-0B11-424D-A5FB-01A516CDAFA1}"/>
          </ac:grpSpMkLst>
        </pc:grpChg>
        <pc:grpChg chg="add mod">
          <ac:chgData name="rosh patel" userId="436be1530491d192" providerId="LiveId" clId="{4C92133A-A3D0-4953-8C7C-D677EA0B2586}" dt="2025-12-15T03:17:50.100" v="52"/>
          <ac:grpSpMkLst>
            <pc:docMk/>
            <pc:sldMk cId="1057549757" sldId="283"/>
            <ac:grpSpMk id="10" creationId="{003C46B9-37B9-4419-B725-538E553294A2}"/>
          </ac:grpSpMkLst>
        </pc:grpChg>
        <pc:picChg chg="add mod">
          <ac:chgData name="rosh patel" userId="436be1530491d192" providerId="LiveId" clId="{4C92133A-A3D0-4953-8C7C-D677EA0B2586}" dt="2025-12-17T09:24:02.772" v="1096" actId="1076"/>
          <ac:picMkLst>
            <pc:docMk/>
            <pc:sldMk cId="1057549757" sldId="283"/>
            <ac:picMk id="14" creationId="{A1F237E6-7198-44AD-8426-9B8854EDEE17}"/>
          </ac:picMkLst>
        </pc:picChg>
      </pc:sldChg>
      <pc:sldChg chg="addSp modSp new mod ord">
        <pc:chgData name="rosh patel" userId="436be1530491d192" providerId="LiveId" clId="{4C92133A-A3D0-4953-8C7C-D677EA0B2586}" dt="2025-12-17T09:47:13.597" v="1140"/>
        <pc:sldMkLst>
          <pc:docMk/>
          <pc:sldMk cId="1758267975" sldId="284"/>
        </pc:sldMkLst>
        <pc:spChg chg="mod">
          <ac:chgData name="rosh patel" userId="436be1530491d192" providerId="LiveId" clId="{4C92133A-A3D0-4953-8C7C-D677EA0B2586}" dt="2025-12-15T03:17:53.136" v="54"/>
          <ac:spMkLst>
            <pc:docMk/>
            <pc:sldMk cId="1758267975" sldId="284"/>
            <ac:spMk id="3" creationId="{5C7C7B33-303A-4633-9ACB-63E064C9FD21}"/>
          </ac:spMkLst>
        </pc:spChg>
        <pc:spChg chg="mod">
          <ac:chgData name="rosh patel" userId="436be1530491d192" providerId="LiveId" clId="{4C92133A-A3D0-4953-8C7C-D677EA0B2586}" dt="2025-12-15T03:17:53.136" v="54"/>
          <ac:spMkLst>
            <pc:docMk/>
            <pc:sldMk cId="1758267975" sldId="284"/>
            <ac:spMk id="4" creationId="{AA789551-5218-426C-9EDB-9CFAB7E719FC}"/>
          </ac:spMkLst>
        </pc:spChg>
        <pc:spChg chg="mod">
          <ac:chgData name="rosh patel" userId="436be1530491d192" providerId="LiveId" clId="{4C92133A-A3D0-4953-8C7C-D677EA0B2586}" dt="2025-12-15T03:17:53.136" v="54"/>
          <ac:spMkLst>
            <pc:docMk/>
            <pc:sldMk cId="1758267975" sldId="284"/>
            <ac:spMk id="6" creationId="{B5A4028C-2FE5-4869-A480-82427908CF5D}"/>
          </ac:spMkLst>
        </pc:spChg>
        <pc:spChg chg="mod">
          <ac:chgData name="rosh patel" userId="436be1530491d192" providerId="LiveId" clId="{4C92133A-A3D0-4953-8C7C-D677EA0B2586}" dt="2025-12-15T03:17:53.136" v="54"/>
          <ac:spMkLst>
            <pc:docMk/>
            <pc:sldMk cId="1758267975" sldId="284"/>
            <ac:spMk id="7" creationId="{4079A7C3-B5DE-41D7-838A-C23C509D7BAD}"/>
          </ac:spMkLst>
        </pc:spChg>
        <pc:spChg chg="add mod">
          <ac:chgData name="rosh patel" userId="436be1530491d192" providerId="LiveId" clId="{4C92133A-A3D0-4953-8C7C-D677EA0B2586}" dt="2025-12-15T03:17:53.136" v="54"/>
          <ac:spMkLst>
            <pc:docMk/>
            <pc:sldMk cId="1758267975" sldId="284"/>
            <ac:spMk id="8" creationId="{34A3CAF1-6D80-456D-8B77-3F6C08F208F4}"/>
          </ac:spMkLst>
        </pc:spChg>
        <pc:spChg chg="add mod">
          <ac:chgData name="rosh patel" userId="436be1530491d192" providerId="LiveId" clId="{4C92133A-A3D0-4953-8C7C-D677EA0B2586}" dt="2025-12-15T03:17:53.136" v="54"/>
          <ac:spMkLst>
            <pc:docMk/>
            <pc:sldMk cId="1758267975" sldId="284"/>
            <ac:spMk id="9" creationId="{B8F415C8-8278-4F46-B71F-E27ED5617706}"/>
          </ac:spMkLst>
        </pc:spChg>
        <pc:spChg chg="mod">
          <ac:chgData name="rosh patel" userId="436be1530491d192" providerId="LiveId" clId="{4C92133A-A3D0-4953-8C7C-D677EA0B2586}" dt="2025-12-15T03:17:53.136" v="54"/>
          <ac:spMkLst>
            <pc:docMk/>
            <pc:sldMk cId="1758267975" sldId="284"/>
            <ac:spMk id="11" creationId="{6E998C3D-E08B-4225-AE41-5D987619E80F}"/>
          </ac:spMkLst>
        </pc:spChg>
        <pc:spChg chg="mod">
          <ac:chgData name="rosh patel" userId="436be1530491d192" providerId="LiveId" clId="{4C92133A-A3D0-4953-8C7C-D677EA0B2586}" dt="2025-12-15T03:17:53.136" v="54"/>
          <ac:spMkLst>
            <pc:docMk/>
            <pc:sldMk cId="1758267975" sldId="284"/>
            <ac:spMk id="12" creationId="{9CEB0810-F633-46EA-B296-54D5875B0495}"/>
          </ac:spMkLst>
        </pc:spChg>
        <pc:grpChg chg="add mod">
          <ac:chgData name="rosh patel" userId="436be1530491d192" providerId="LiveId" clId="{4C92133A-A3D0-4953-8C7C-D677EA0B2586}" dt="2025-12-15T03:17:53.136" v="54"/>
          <ac:grpSpMkLst>
            <pc:docMk/>
            <pc:sldMk cId="1758267975" sldId="284"/>
            <ac:grpSpMk id="2" creationId="{D6CB51CE-1C9E-4CB5-B440-B296E0ECA16D}"/>
          </ac:grpSpMkLst>
        </pc:grpChg>
        <pc:grpChg chg="add mod">
          <ac:chgData name="rosh patel" userId="436be1530491d192" providerId="LiveId" clId="{4C92133A-A3D0-4953-8C7C-D677EA0B2586}" dt="2025-12-15T03:17:53.136" v="54"/>
          <ac:grpSpMkLst>
            <pc:docMk/>
            <pc:sldMk cId="1758267975" sldId="284"/>
            <ac:grpSpMk id="5" creationId="{0A59F1A0-A4B7-471F-9AB2-C4B7FA3C3F4D}"/>
          </ac:grpSpMkLst>
        </pc:grpChg>
        <pc:grpChg chg="add mod">
          <ac:chgData name="rosh patel" userId="436be1530491d192" providerId="LiveId" clId="{4C92133A-A3D0-4953-8C7C-D677EA0B2586}" dt="2025-12-15T03:17:53.136" v="54"/>
          <ac:grpSpMkLst>
            <pc:docMk/>
            <pc:sldMk cId="1758267975" sldId="284"/>
            <ac:grpSpMk id="10" creationId="{6D80C616-4872-4356-A468-87F9EADC605B}"/>
          </ac:grpSpMkLst>
        </pc:grpChg>
        <pc:picChg chg="add mod">
          <ac:chgData name="rosh patel" userId="436be1530491d192" providerId="LiveId" clId="{4C92133A-A3D0-4953-8C7C-D677EA0B2586}" dt="2025-12-17T09:45:58.149" v="1138" actId="14100"/>
          <ac:picMkLst>
            <pc:docMk/>
            <pc:sldMk cId="1758267975" sldId="284"/>
            <ac:picMk id="14" creationId="{782BC32C-FF8C-4AC6-8C58-EF78F1FFC87A}"/>
          </ac:picMkLst>
        </pc:picChg>
        <pc:picChg chg="add mod">
          <ac:chgData name="rosh patel" userId="436be1530491d192" providerId="LiveId" clId="{4C92133A-A3D0-4953-8C7C-D677EA0B2586}" dt="2025-12-17T09:45:52.832" v="1137" actId="14100"/>
          <ac:picMkLst>
            <pc:docMk/>
            <pc:sldMk cId="1758267975" sldId="284"/>
            <ac:picMk id="16" creationId="{FEB10035-95FE-4D05-8A94-1094D3B97460}"/>
          </ac:picMkLst>
        </pc:picChg>
      </pc:sldChg>
      <pc:sldChg chg="addSp modSp new mod">
        <pc:chgData name="rosh patel" userId="436be1530491d192" providerId="LiveId" clId="{4C92133A-A3D0-4953-8C7C-D677EA0B2586}" dt="2026-01-01T16:46:59.924" v="1167" actId="20577"/>
        <pc:sldMkLst>
          <pc:docMk/>
          <pc:sldMk cId="1020260062" sldId="285"/>
        </pc:sldMkLst>
        <pc:spChg chg="mod">
          <ac:chgData name="rosh patel" userId="436be1530491d192" providerId="LiveId" clId="{4C92133A-A3D0-4953-8C7C-D677EA0B2586}" dt="2025-12-15T03:17:57.328" v="56"/>
          <ac:spMkLst>
            <pc:docMk/>
            <pc:sldMk cId="1020260062" sldId="285"/>
            <ac:spMk id="3" creationId="{96D9F1AB-02EA-45CA-8855-0669CA375B47}"/>
          </ac:spMkLst>
        </pc:spChg>
        <pc:spChg chg="mod">
          <ac:chgData name="rosh patel" userId="436be1530491d192" providerId="LiveId" clId="{4C92133A-A3D0-4953-8C7C-D677EA0B2586}" dt="2025-12-15T03:17:57.328" v="56"/>
          <ac:spMkLst>
            <pc:docMk/>
            <pc:sldMk cId="1020260062" sldId="285"/>
            <ac:spMk id="4" creationId="{05837EA4-4D26-426C-BC37-9467612A2D8F}"/>
          </ac:spMkLst>
        </pc:spChg>
        <pc:spChg chg="mod">
          <ac:chgData name="rosh patel" userId="436be1530491d192" providerId="LiveId" clId="{4C92133A-A3D0-4953-8C7C-D677EA0B2586}" dt="2025-12-15T03:17:57.328" v="56"/>
          <ac:spMkLst>
            <pc:docMk/>
            <pc:sldMk cId="1020260062" sldId="285"/>
            <ac:spMk id="6" creationId="{10D3D9AE-04DB-429C-8606-8306CDD71383}"/>
          </ac:spMkLst>
        </pc:spChg>
        <pc:spChg chg="mod">
          <ac:chgData name="rosh patel" userId="436be1530491d192" providerId="LiveId" clId="{4C92133A-A3D0-4953-8C7C-D677EA0B2586}" dt="2025-12-15T03:17:57.328" v="56"/>
          <ac:spMkLst>
            <pc:docMk/>
            <pc:sldMk cId="1020260062" sldId="285"/>
            <ac:spMk id="7" creationId="{BDF5C966-4CB5-476A-8331-25E7A839D8A5}"/>
          </ac:spMkLst>
        </pc:spChg>
        <pc:spChg chg="add mod">
          <ac:chgData name="rosh patel" userId="436be1530491d192" providerId="LiveId" clId="{4C92133A-A3D0-4953-8C7C-D677EA0B2586}" dt="2025-12-15T03:17:57.328" v="56"/>
          <ac:spMkLst>
            <pc:docMk/>
            <pc:sldMk cId="1020260062" sldId="285"/>
            <ac:spMk id="8" creationId="{18AF6099-647A-4C75-8407-F995AB811176}"/>
          </ac:spMkLst>
        </pc:spChg>
        <pc:spChg chg="add mod">
          <ac:chgData name="rosh patel" userId="436be1530491d192" providerId="LiveId" clId="{4C92133A-A3D0-4953-8C7C-D677EA0B2586}" dt="2025-12-15T03:17:57.328" v="56"/>
          <ac:spMkLst>
            <pc:docMk/>
            <pc:sldMk cId="1020260062" sldId="285"/>
            <ac:spMk id="9" creationId="{FFEE4759-9CC6-40FB-AAC5-0CE9B1FA05B2}"/>
          </ac:spMkLst>
        </pc:spChg>
        <pc:spChg chg="mod">
          <ac:chgData name="rosh patel" userId="436be1530491d192" providerId="LiveId" clId="{4C92133A-A3D0-4953-8C7C-D677EA0B2586}" dt="2025-12-15T03:17:57.328" v="56"/>
          <ac:spMkLst>
            <pc:docMk/>
            <pc:sldMk cId="1020260062" sldId="285"/>
            <ac:spMk id="11" creationId="{360A71B7-9DE6-4AB3-9A14-C17546070EAA}"/>
          </ac:spMkLst>
        </pc:spChg>
        <pc:spChg chg="mod">
          <ac:chgData name="rosh patel" userId="436be1530491d192" providerId="LiveId" clId="{4C92133A-A3D0-4953-8C7C-D677EA0B2586}" dt="2025-12-15T03:17:57.328" v="56"/>
          <ac:spMkLst>
            <pc:docMk/>
            <pc:sldMk cId="1020260062" sldId="285"/>
            <ac:spMk id="12" creationId="{70166401-2C5F-4C56-8696-7D8603F756BC}"/>
          </ac:spMkLst>
        </pc:spChg>
        <pc:spChg chg="add mod">
          <ac:chgData name="rosh patel" userId="436be1530491d192" providerId="LiveId" clId="{4C92133A-A3D0-4953-8C7C-D677EA0B2586}" dt="2026-01-01T16:46:59.924" v="1167" actId="20577"/>
          <ac:spMkLst>
            <pc:docMk/>
            <pc:sldMk cId="1020260062" sldId="285"/>
            <ac:spMk id="14" creationId="{EBAB64D5-F9B4-45D5-A2AA-12BA1D0FECF7}"/>
          </ac:spMkLst>
        </pc:spChg>
        <pc:grpChg chg="add mod">
          <ac:chgData name="rosh patel" userId="436be1530491d192" providerId="LiveId" clId="{4C92133A-A3D0-4953-8C7C-D677EA0B2586}" dt="2025-12-15T03:17:57.328" v="56"/>
          <ac:grpSpMkLst>
            <pc:docMk/>
            <pc:sldMk cId="1020260062" sldId="285"/>
            <ac:grpSpMk id="2" creationId="{220FDD81-0A9D-44DF-86D0-E38F0FEBC947}"/>
          </ac:grpSpMkLst>
        </pc:grpChg>
        <pc:grpChg chg="add mod">
          <ac:chgData name="rosh patel" userId="436be1530491d192" providerId="LiveId" clId="{4C92133A-A3D0-4953-8C7C-D677EA0B2586}" dt="2025-12-15T03:17:57.328" v="56"/>
          <ac:grpSpMkLst>
            <pc:docMk/>
            <pc:sldMk cId="1020260062" sldId="285"/>
            <ac:grpSpMk id="5" creationId="{A9EFEA5A-7870-48C5-817E-DB674A6537C5}"/>
          </ac:grpSpMkLst>
        </pc:grpChg>
        <pc:grpChg chg="add mod">
          <ac:chgData name="rosh patel" userId="436be1530491d192" providerId="LiveId" clId="{4C92133A-A3D0-4953-8C7C-D677EA0B2586}" dt="2025-12-15T03:17:57.328" v="56"/>
          <ac:grpSpMkLst>
            <pc:docMk/>
            <pc:sldMk cId="1020260062" sldId="285"/>
            <ac:grpSpMk id="10" creationId="{C75CBD89-8C1E-4104-A2EF-86C3E3EEFCE6}"/>
          </ac:grpSpMkLst>
        </pc:grpChg>
        <pc:picChg chg="add mod">
          <ac:chgData name="rosh patel" userId="436be1530491d192" providerId="LiveId" clId="{4C92133A-A3D0-4953-8C7C-D677EA0B2586}" dt="2025-12-17T09:44:12.606" v="1127" actId="1076"/>
          <ac:picMkLst>
            <pc:docMk/>
            <pc:sldMk cId="1020260062" sldId="285"/>
            <ac:picMk id="16" creationId="{B5D0E887-238C-405C-8C44-DF1BC9BD73A7}"/>
          </ac:picMkLst>
        </pc:picChg>
      </pc:sldChg>
      <pc:sldChg chg="addSp modSp new mod">
        <pc:chgData name="rosh patel" userId="436be1530491d192" providerId="LiveId" clId="{4C92133A-A3D0-4953-8C7C-D677EA0B2586}" dt="2025-12-17T09:47:40.101" v="1146" actId="14100"/>
        <pc:sldMkLst>
          <pc:docMk/>
          <pc:sldMk cId="1978982518" sldId="286"/>
        </pc:sldMkLst>
        <pc:spChg chg="mod">
          <ac:chgData name="rosh patel" userId="436be1530491d192" providerId="LiveId" clId="{4C92133A-A3D0-4953-8C7C-D677EA0B2586}" dt="2025-12-15T03:18:01.128" v="58"/>
          <ac:spMkLst>
            <pc:docMk/>
            <pc:sldMk cId="1978982518" sldId="286"/>
            <ac:spMk id="3" creationId="{977D2116-4D57-4AF7-A43B-0F2D6E344DB0}"/>
          </ac:spMkLst>
        </pc:spChg>
        <pc:spChg chg="mod">
          <ac:chgData name="rosh patel" userId="436be1530491d192" providerId="LiveId" clId="{4C92133A-A3D0-4953-8C7C-D677EA0B2586}" dt="2025-12-15T03:18:01.128" v="58"/>
          <ac:spMkLst>
            <pc:docMk/>
            <pc:sldMk cId="1978982518" sldId="286"/>
            <ac:spMk id="4" creationId="{3368FF34-1D7E-4515-B783-D11497534232}"/>
          </ac:spMkLst>
        </pc:spChg>
        <pc:spChg chg="mod">
          <ac:chgData name="rosh patel" userId="436be1530491d192" providerId="LiveId" clId="{4C92133A-A3D0-4953-8C7C-D677EA0B2586}" dt="2025-12-15T03:18:01.128" v="58"/>
          <ac:spMkLst>
            <pc:docMk/>
            <pc:sldMk cId="1978982518" sldId="286"/>
            <ac:spMk id="6" creationId="{5FC90074-E5A1-4B00-958B-12A24140D35C}"/>
          </ac:spMkLst>
        </pc:spChg>
        <pc:spChg chg="mod">
          <ac:chgData name="rosh patel" userId="436be1530491d192" providerId="LiveId" clId="{4C92133A-A3D0-4953-8C7C-D677EA0B2586}" dt="2025-12-15T03:18:01.128" v="58"/>
          <ac:spMkLst>
            <pc:docMk/>
            <pc:sldMk cId="1978982518" sldId="286"/>
            <ac:spMk id="7" creationId="{76044AAF-BCFF-4776-88B5-D4E735DFFE6B}"/>
          </ac:spMkLst>
        </pc:spChg>
        <pc:spChg chg="add mod">
          <ac:chgData name="rosh patel" userId="436be1530491d192" providerId="LiveId" clId="{4C92133A-A3D0-4953-8C7C-D677EA0B2586}" dt="2025-12-15T03:18:01.128" v="58"/>
          <ac:spMkLst>
            <pc:docMk/>
            <pc:sldMk cId="1978982518" sldId="286"/>
            <ac:spMk id="8" creationId="{6164BBB6-A412-4978-A8AF-E10A17685D55}"/>
          </ac:spMkLst>
        </pc:spChg>
        <pc:spChg chg="add mod">
          <ac:chgData name="rosh patel" userId="436be1530491d192" providerId="LiveId" clId="{4C92133A-A3D0-4953-8C7C-D677EA0B2586}" dt="2025-12-15T03:18:01.128" v="58"/>
          <ac:spMkLst>
            <pc:docMk/>
            <pc:sldMk cId="1978982518" sldId="286"/>
            <ac:spMk id="9" creationId="{1CF6F614-B5A2-4404-9D6C-2D88DBC54555}"/>
          </ac:spMkLst>
        </pc:spChg>
        <pc:spChg chg="mod">
          <ac:chgData name="rosh patel" userId="436be1530491d192" providerId="LiveId" clId="{4C92133A-A3D0-4953-8C7C-D677EA0B2586}" dt="2025-12-15T03:18:01.128" v="58"/>
          <ac:spMkLst>
            <pc:docMk/>
            <pc:sldMk cId="1978982518" sldId="286"/>
            <ac:spMk id="11" creationId="{6DF71013-A012-475C-8D1C-257DB58FB6A4}"/>
          </ac:spMkLst>
        </pc:spChg>
        <pc:spChg chg="mod">
          <ac:chgData name="rosh patel" userId="436be1530491d192" providerId="LiveId" clId="{4C92133A-A3D0-4953-8C7C-D677EA0B2586}" dt="2025-12-15T03:18:01.128" v="58"/>
          <ac:spMkLst>
            <pc:docMk/>
            <pc:sldMk cId="1978982518" sldId="286"/>
            <ac:spMk id="12" creationId="{5CC4B532-A6F2-4F33-8040-AEFB57AA4299}"/>
          </ac:spMkLst>
        </pc:spChg>
        <pc:grpChg chg="add mod">
          <ac:chgData name="rosh patel" userId="436be1530491d192" providerId="LiveId" clId="{4C92133A-A3D0-4953-8C7C-D677EA0B2586}" dt="2025-12-15T03:18:01.128" v="58"/>
          <ac:grpSpMkLst>
            <pc:docMk/>
            <pc:sldMk cId="1978982518" sldId="286"/>
            <ac:grpSpMk id="2" creationId="{C1CBBCBB-46DD-43FA-922E-D9AEC0BD28A0}"/>
          </ac:grpSpMkLst>
        </pc:grpChg>
        <pc:grpChg chg="add mod">
          <ac:chgData name="rosh patel" userId="436be1530491d192" providerId="LiveId" clId="{4C92133A-A3D0-4953-8C7C-D677EA0B2586}" dt="2025-12-15T03:18:01.128" v="58"/>
          <ac:grpSpMkLst>
            <pc:docMk/>
            <pc:sldMk cId="1978982518" sldId="286"/>
            <ac:grpSpMk id="5" creationId="{918CE55C-E3EF-4535-A95E-2939992111C4}"/>
          </ac:grpSpMkLst>
        </pc:grpChg>
        <pc:grpChg chg="add mod">
          <ac:chgData name="rosh patel" userId="436be1530491d192" providerId="LiveId" clId="{4C92133A-A3D0-4953-8C7C-D677EA0B2586}" dt="2025-12-15T03:18:01.128" v="58"/>
          <ac:grpSpMkLst>
            <pc:docMk/>
            <pc:sldMk cId="1978982518" sldId="286"/>
            <ac:grpSpMk id="10" creationId="{D2F1361D-9D5E-456F-BCBC-DF4F89A5D17B}"/>
          </ac:grpSpMkLst>
        </pc:grpChg>
        <pc:picChg chg="add mod">
          <ac:chgData name="rosh patel" userId="436be1530491d192" providerId="LiveId" clId="{4C92133A-A3D0-4953-8C7C-D677EA0B2586}" dt="2025-12-17T09:47:40.101" v="1146" actId="14100"/>
          <ac:picMkLst>
            <pc:docMk/>
            <pc:sldMk cId="1978982518" sldId="286"/>
            <ac:picMk id="14" creationId="{E895CED1-D7AA-45B9-8B35-7B6771A5B2E8}"/>
          </ac:picMkLst>
        </pc:picChg>
      </pc:sldChg>
      <pc:sldChg chg="addSp modSp new mod">
        <pc:chgData name="rosh patel" userId="436be1530491d192" providerId="LiveId" clId="{4C92133A-A3D0-4953-8C7C-D677EA0B2586}" dt="2025-12-17T09:48:35.149" v="1153" actId="1076"/>
        <pc:sldMkLst>
          <pc:docMk/>
          <pc:sldMk cId="3751645231" sldId="287"/>
        </pc:sldMkLst>
        <pc:spChg chg="mod">
          <ac:chgData name="rosh patel" userId="436be1530491d192" providerId="LiveId" clId="{4C92133A-A3D0-4953-8C7C-D677EA0B2586}" dt="2025-12-15T03:18:05.189" v="60"/>
          <ac:spMkLst>
            <pc:docMk/>
            <pc:sldMk cId="3751645231" sldId="287"/>
            <ac:spMk id="3" creationId="{98982887-503D-496B-9796-6571033BDB79}"/>
          </ac:spMkLst>
        </pc:spChg>
        <pc:spChg chg="mod">
          <ac:chgData name="rosh patel" userId="436be1530491d192" providerId="LiveId" clId="{4C92133A-A3D0-4953-8C7C-D677EA0B2586}" dt="2025-12-15T03:18:05.189" v="60"/>
          <ac:spMkLst>
            <pc:docMk/>
            <pc:sldMk cId="3751645231" sldId="287"/>
            <ac:spMk id="4" creationId="{AF566AB8-1354-4058-99B5-1D60F809CA3B}"/>
          </ac:spMkLst>
        </pc:spChg>
        <pc:spChg chg="mod">
          <ac:chgData name="rosh patel" userId="436be1530491d192" providerId="LiveId" clId="{4C92133A-A3D0-4953-8C7C-D677EA0B2586}" dt="2025-12-15T03:18:05.189" v="60"/>
          <ac:spMkLst>
            <pc:docMk/>
            <pc:sldMk cId="3751645231" sldId="287"/>
            <ac:spMk id="6" creationId="{D7C2D1B5-7F46-4F58-A653-7598729C8E12}"/>
          </ac:spMkLst>
        </pc:spChg>
        <pc:spChg chg="mod">
          <ac:chgData name="rosh patel" userId="436be1530491d192" providerId="LiveId" clId="{4C92133A-A3D0-4953-8C7C-D677EA0B2586}" dt="2025-12-15T03:18:05.189" v="60"/>
          <ac:spMkLst>
            <pc:docMk/>
            <pc:sldMk cId="3751645231" sldId="287"/>
            <ac:spMk id="7" creationId="{40E6F8F0-E16B-4CAD-81F2-F4B374374EAC}"/>
          </ac:spMkLst>
        </pc:spChg>
        <pc:spChg chg="add mod">
          <ac:chgData name="rosh patel" userId="436be1530491d192" providerId="LiveId" clId="{4C92133A-A3D0-4953-8C7C-D677EA0B2586}" dt="2025-12-15T03:18:05.189" v="60"/>
          <ac:spMkLst>
            <pc:docMk/>
            <pc:sldMk cId="3751645231" sldId="287"/>
            <ac:spMk id="8" creationId="{A31C02BC-1F9E-4B17-B2C5-015579ABC868}"/>
          </ac:spMkLst>
        </pc:spChg>
        <pc:spChg chg="add mod">
          <ac:chgData name="rosh patel" userId="436be1530491d192" providerId="LiveId" clId="{4C92133A-A3D0-4953-8C7C-D677EA0B2586}" dt="2025-12-15T03:18:05.189" v="60"/>
          <ac:spMkLst>
            <pc:docMk/>
            <pc:sldMk cId="3751645231" sldId="287"/>
            <ac:spMk id="9" creationId="{0953BDC6-487C-4C0A-8FC0-262C3316A915}"/>
          </ac:spMkLst>
        </pc:spChg>
        <pc:spChg chg="mod">
          <ac:chgData name="rosh patel" userId="436be1530491d192" providerId="LiveId" clId="{4C92133A-A3D0-4953-8C7C-D677EA0B2586}" dt="2025-12-15T03:18:05.189" v="60"/>
          <ac:spMkLst>
            <pc:docMk/>
            <pc:sldMk cId="3751645231" sldId="287"/>
            <ac:spMk id="11" creationId="{6F178640-E8F4-4393-910A-CB6871E1A0EE}"/>
          </ac:spMkLst>
        </pc:spChg>
        <pc:spChg chg="mod">
          <ac:chgData name="rosh patel" userId="436be1530491d192" providerId="LiveId" clId="{4C92133A-A3D0-4953-8C7C-D677EA0B2586}" dt="2025-12-15T03:18:05.189" v="60"/>
          <ac:spMkLst>
            <pc:docMk/>
            <pc:sldMk cId="3751645231" sldId="287"/>
            <ac:spMk id="12" creationId="{7E224A52-3B4D-4ECF-9553-B8922B0F99E5}"/>
          </ac:spMkLst>
        </pc:spChg>
        <pc:grpChg chg="add mod">
          <ac:chgData name="rosh patel" userId="436be1530491d192" providerId="LiveId" clId="{4C92133A-A3D0-4953-8C7C-D677EA0B2586}" dt="2025-12-15T03:18:05.189" v="60"/>
          <ac:grpSpMkLst>
            <pc:docMk/>
            <pc:sldMk cId="3751645231" sldId="287"/>
            <ac:grpSpMk id="2" creationId="{922891F8-C7C5-40C0-9C70-0C3C71A7D951}"/>
          </ac:grpSpMkLst>
        </pc:grpChg>
        <pc:grpChg chg="add mod">
          <ac:chgData name="rosh patel" userId="436be1530491d192" providerId="LiveId" clId="{4C92133A-A3D0-4953-8C7C-D677EA0B2586}" dt="2025-12-15T03:18:05.189" v="60"/>
          <ac:grpSpMkLst>
            <pc:docMk/>
            <pc:sldMk cId="3751645231" sldId="287"/>
            <ac:grpSpMk id="5" creationId="{01813CD9-96FC-4A59-912B-5EC122D8E5E4}"/>
          </ac:grpSpMkLst>
        </pc:grpChg>
        <pc:grpChg chg="add mod">
          <ac:chgData name="rosh patel" userId="436be1530491d192" providerId="LiveId" clId="{4C92133A-A3D0-4953-8C7C-D677EA0B2586}" dt="2025-12-15T03:18:05.189" v="60"/>
          <ac:grpSpMkLst>
            <pc:docMk/>
            <pc:sldMk cId="3751645231" sldId="287"/>
            <ac:grpSpMk id="10" creationId="{28452B0E-F53D-43F9-9831-42DA3B64D156}"/>
          </ac:grpSpMkLst>
        </pc:grpChg>
        <pc:picChg chg="add mod">
          <ac:chgData name="rosh patel" userId="436be1530491d192" providerId="LiveId" clId="{4C92133A-A3D0-4953-8C7C-D677EA0B2586}" dt="2025-12-17T09:48:35.149" v="1153" actId="1076"/>
          <ac:picMkLst>
            <pc:docMk/>
            <pc:sldMk cId="3751645231" sldId="287"/>
            <ac:picMk id="14" creationId="{BF3267C7-BB8D-4267-B76B-8F8260AFC132}"/>
          </ac:picMkLst>
        </pc:picChg>
      </pc:sldChg>
      <pc:sldChg chg="addSp delSp modSp new mod">
        <pc:chgData name="rosh patel" userId="436be1530491d192" providerId="LiveId" clId="{4C92133A-A3D0-4953-8C7C-D677EA0B2586}" dt="2026-01-01T16:56:43.649" v="1261" actId="115"/>
        <pc:sldMkLst>
          <pc:docMk/>
          <pc:sldMk cId="1242258048" sldId="288"/>
        </pc:sldMkLst>
        <pc:spChg chg="mod">
          <ac:chgData name="rosh patel" userId="436be1530491d192" providerId="LiveId" clId="{4C92133A-A3D0-4953-8C7C-D677EA0B2586}" dt="2025-12-15T03:18:08.751" v="62"/>
          <ac:spMkLst>
            <pc:docMk/>
            <pc:sldMk cId="1242258048" sldId="288"/>
            <ac:spMk id="3" creationId="{2E7A4A2D-11CC-48A1-9572-E03B0B4C77BE}"/>
          </ac:spMkLst>
        </pc:spChg>
        <pc:spChg chg="mod">
          <ac:chgData name="rosh patel" userId="436be1530491d192" providerId="LiveId" clId="{4C92133A-A3D0-4953-8C7C-D677EA0B2586}" dt="2025-12-15T03:18:08.751" v="62"/>
          <ac:spMkLst>
            <pc:docMk/>
            <pc:sldMk cId="1242258048" sldId="288"/>
            <ac:spMk id="4" creationId="{3C11E1D0-D6DF-42C4-BDCD-FC84B3D620FB}"/>
          </ac:spMkLst>
        </pc:spChg>
        <pc:spChg chg="mod">
          <ac:chgData name="rosh patel" userId="436be1530491d192" providerId="LiveId" clId="{4C92133A-A3D0-4953-8C7C-D677EA0B2586}" dt="2025-12-15T03:18:08.751" v="62"/>
          <ac:spMkLst>
            <pc:docMk/>
            <pc:sldMk cId="1242258048" sldId="288"/>
            <ac:spMk id="6" creationId="{D3E17722-0AB9-472F-B25C-CFDA409CF77A}"/>
          </ac:spMkLst>
        </pc:spChg>
        <pc:spChg chg="mod">
          <ac:chgData name="rosh patel" userId="436be1530491d192" providerId="LiveId" clId="{4C92133A-A3D0-4953-8C7C-D677EA0B2586}" dt="2025-12-15T03:18:08.751" v="62"/>
          <ac:spMkLst>
            <pc:docMk/>
            <pc:sldMk cId="1242258048" sldId="288"/>
            <ac:spMk id="7" creationId="{106578C5-42CE-4B74-BD69-472333294143}"/>
          </ac:spMkLst>
        </pc:spChg>
        <pc:spChg chg="add mod">
          <ac:chgData name="rosh patel" userId="436be1530491d192" providerId="LiveId" clId="{4C92133A-A3D0-4953-8C7C-D677EA0B2586}" dt="2025-12-15T03:18:08.751" v="62"/>
          <ac:spMkLst>
            <pc:docMk/>
            <pc:sldMk cId="1242258048" sldId="288"/>
            <ac:spMk id="8" creationId="{D7CA6100-5A70-46C6-BB06-BB27289529A5}"/>
          </ac:spMkLst>
        </pc:spChg>
        <pc:spChg chg="add mod">
          <ac:chgData name="rosh patel" userId="436be1530491d192" providerId="LiveId" clId="{4C92133A-A3D0-4953-8C7C-D677EA0B2586}" dt="2026-01-01T16:56:34.641" v="1259" actId="1076"/>
          <ac:spMkLst>
            <pc:docMk/>
            <pc:sldMk cId="1242258048" sldId="288"/>
            <ac:spMk id="9" creationId="{A17A4CA7-CFF3-41E7-B483-2AD260F16B1A}"/>
          </ac:spMkLst>
        </pc:spChg>
        <pc:spChg chg="mod">
          <ac:chgData name="rosh patel" userId="436be1530491d192" providerId="LiveId" clId="{4C92133A-A3D0-4953-8C7C-D677EA0B2586}" dt="2025-12-15T03:18:08.751" v="62"/>
          <ac:spMkLst>
            <pc:docMk/>
            <pc:sldMk cId="1242258048" sldId="288"/>
            <ac:spMk id="11" creationId="{557562A5-65A2-46FC-B1E9-B84940895916}"/>
          </ac:spMkLst>
        </pc:spChg>
        <pc:spChg chg="mod">
          <ac:chgData name="rosh patel" userId="436be1530491d192" providerId="LiveId" clId="{4C92133A-A3D0-4953-8C7C-D677EA0B2586}" dt="2025-12-15T03:18:08.751" v="62"/>
          <ac:spMkLst>
            <pc:docMk/>
            <pc:sldMk cId="1242258048" sldId="288"/>
            <ac:spMk id="12" creationId="{60ED39F7-9737-427F-93FE-FBF989763417}"/>
          </ac:spMkLst>
        </pc:spChg>
        <pc:spChg chg="add mod">
          <ac:chgData name="rosh patel" userId="436be1530491d192" providerId="LiveId" clId="{4C92133A-A3D0-4953-8C7C-D677EA0B2586}" dt="2026-01-01T16:47:07.633" v="1169" actId="20577"/>
          <ac:spMkLst>
            <pc:docMk/>
            <pc:sldMk cId="1242258048" sldId="288"/>
            <ac:spMk id="13" creationId="{B6FB5132-C70D-413A-ADFC-533044CDBF79}"/>
          </ac:spMkLst>
        </pc:spChg>
        <pc:spChg chg="add del mod">
          <ac:chgData name="rosh patel" userId="436be1530491d192" providerId="LiveId" clId="{4C92133A-A3D0-4953-8C7C-D677EA0B2586}" dt="2026-01-01T16:47:23.342" v="1171"/>
          <ac:spMkLst>
            <pc:docMk/>
            <pc:sldMk cId="1242258048" sldId="288"/>
            <ac:spMk id="14" creationId="{F6F7BCEC-DCC7-4772-BA39-1CC0A7399E33}"/>
          </ac:spMkLst>
        </pc:spChg>
        <pc:spChg chg="add mod">
          <ac:chgData name="rosh patel" userId="436be1530491d192" providerId="LiveId" clId="{4C92133A-A3D0-4953-8C7C-D677EA0B2586}" dt="2026-01-01T16:56:43.649" v="1261" actId="115"/>
          <ac:spMkLst>
            <pc:docMk/>
            <pc:sldMk cId="1242258048" sldId="288"/>
            <ac:spMk id="16" creationId="{A0EC6ECF-16B8-4468-8F92-A47E35A96179}"/>
          </ac:spMkLst>
        </pc:spChg>
        <pc:grpChg chg="add mod">
          <ac:chgData name="rosh patel" userId="436be1530491d192" providerId="LiveId" clId="{4C92133A-A3D0-4953-8C7C-D677EA0B2586}" dt="2025-12-15T03:18:08.751" v="62"/>
          <ac:grpSpMkLst>
            <pc:docMk/>
            <pc:sldMk cId="1242258048" sldId="288"/>
            <ac:grpSpMk id="2" creationId="{2BA14E8B-2D51-451A-B0CD-76565DF0E75C}"/>
          </ac:grpSpMkLst>
        </pc:grpChg>
        <pc:grpChg chg="add mod">
          <ac:chgData name="rosh patel" userId="436be1530491d192" providerId="LiveId" clId="{4C92133A-A3D0-4953-8C7C-D677EA0B2586}" dt="2025-12-15T03:18:08.751" v="62"/>
          <ac:grpSpMkLst>
            <pc:docMk/>
            <pc:sldMk cId="1242258048" sldId="288"/>
            <ac:grpSpMk id="5" creationId="{6429CD3F-B9ED-4B08-9DBE-31FC67FA2F4B}"/>
          </ac:grpSpMkLst>
        </pc:grpChg>
        <pc:grpChg chg="add mod">
          <ac:chgData name="rosh patel" userId="436be1530491d192" providerId="LiveId" clId="{4C92133A-A3D0-4953-8C7C-D677EA0B2586}" dt="2025-12-15T03:18:08.751" v="62"/>
          <ac:grpSpMkLst>
            <pc:docMk/>
            <pc:sldMk cId="1242258048" sldId="288"/>
            <ac:grpSpMk id="10" creationId="{D850BFD1-D5C7-4F92-B217-6023AAD9CC5F}"/>
          </ac:grpSpMkLst>
        </pc:grpChg>
      </pc:sldChg>
      <pc:sldChg chg="addSp modSp new mod">
        <pc:chgData name="rosh patel" userId="436be1530491d192" providerId="LiveId" clId="{4C92133A-A3D0-4953-8C7C-D677EA0B2586}" dt="2026-01-01T17:07:38.674" v="1375" actId="20577"/>
        <pc:sldMkLst>
          <pc:docMk/>
          <pc:sldMk cId="2562104735" sldId="289"/>
        </pc:sldMkLst>
        <pc:spChg chg="mod">
          <ac:chgData name="rosh patel" userId="436be1530491d192" providerId="LiveId" clId="{4C92133A-A3D0-4953-8C7C-D677EA0B2586}" dt="2025-12-15T03:18:13.629" v="64"/>
          <ac:spMkLst>
            <pc:docMk/>
            <pc:sldMk cId="2562104735" sldId="289"/>
            <ac:spMk id="3" creationId="{E1AF75C9-CA1D-4168-AF53-DAC685F0E746}"/>
          </ac:spMkLst>
        </pc:spChg>
        <pc:spChg chg="mod">
          <ac:chgData name="rosh patel" userId="436be1530491d192" providerId="LiveId" clId="{4C92133A-A3D0-4953-8C7C-D677EA0B2586}" dt="2025-12-15T03:18:13.629" v="64"/>
          <ac:spMkLst>
            <pc:docMk/>
            <pc:sldMk cId="2562104735" sldId="289"/>
            <ac:spMk id="4" creationId="{AFFC535B-665C-456E-8A87-3B8F376C4C01}"/>
          </ac:spMkLst>
        </pc:spChg>
        <pc:spChg chg="mod">
          <ac:chgData name="rosh patel" userId="436be1530491d192" providerId="LiveId" clId="{4C92133A-A3D0-4953-8C7C-D677EA0B2586}" dt="2025-12-15T03:18:13.629" v="64"/>
          <ac:spMkLst>
            <pc:docMk/>
            <pc:sldMk cId="2562104735" sldId="289"/>
            <ac:spMk id="6" creationId="{253BF8BA-052D-4ADF-90B5-58868FDBCAB2}"/>
          </ac:spMkLst>
        </pc:spChg>
        <pc:spChg chg="mod">
          <ac:chgData name="rosh patel" userId="436be1530491d192" providerId="LiveId" clId="{4C92133A-A3D0-4953-8C7C-D677EA0B2586}" dt="2025-12-15T03:18:13.629" v="64"/>
          <ac:spMkLst>
            <pc:docMk/>
            <pc:sldMk cId="2562104735" sldId="289"/>
            <ac:spMk id="7" creationId="{F5B0D6BB-8173-42B3-A73B-BE2E7D09DE7E}"/>
          </ac:spMkLst>
        </pc:spChg>
        <pc:spChg chg="add mod">
          <ac:chgData name="rosh patel" userId="436be1530491d192" providerId="LiveId" clId="{4C92133A-A3D0-4953-8C7C-D677EA0B2586}" dt="2025-12-15T03:18:13.629" v="64"/>
          <ac:spMkLst>
            <pc:docMk/>
            <pc:sldMk cId="2562104735" sldId="289"/>
            <ac:spMk id="8" creationId="{EAADC169-254B-405C-86F9-6DA3CF4ACBCB}"/>
          </ac:spMkLst>
        </pc:spChg>
        <pc:spChg chg="add mod">
          <ac:chgData name="rosh patel" userId="436be1530491d192" providerId="LiveId" clId="{4C92133A-A3D0-4953-8C7C-D677EA0B2586}" dt="2025-12-15T03:18:13.629" v="64"/>
          <ac:spMkLst>
            <pc:docMk/>
            <pc:sldMk cId="2562104735" sldId="289"/>
            <ac:spMk id="9" creationId="{BA273C71-879D-4DF4-99A1-F561773300A9}"/>
          </ac:spMkLst>
        </pc:spChg>
        <pc:spChg chg="mod">
          <ac:chgData name="rosh patel" userId="436be1530491d192" providerId="LiveId" clId="{4C92133A-A3D0-4953-8C7C-D677EA0B2586}" dt="2025-12-15T03:18:13.629" v="64"/>
          <ac:spMkLst>
            <pc:docMk/>
            <pc:sldMk cId="2562104735" sldId="289"/>
            <ac:spMk id="11" creationId="{5460CCC4-3404-4A8A-8A38-2873F500E345}"/>
          </ac:spMkLst>
        </pc:spChg>
        <pc:spChg chg="mod">
          <ac:chgData name="rosh patel" userId="436be1530491d192" providerId="LiveId" clId="{4C92133A-A3D0-4953-8C7C-D677EA0B2586}" dt="2025-12-15T03:18:13.629" v="64"/>
          <ac:spMkLst>
            <pc:docMk/>
            <pc:sldMk cId="2562104735" sldId="289"/>
            <ac:spMk id="12" creationId="{37B8EB6B-7B2F-4159-8428-3847BE63A19F}"/>
          </ac:spMkLst>
        </pc:spChg>
        <pc:spChg chg="add mod">
          <ac:chgData name="rosh patel" userId="436be1530491d192" providerId="LiveId" clId="{4C92133A-A3D0-4953-8C7C-D677EA0B2586}" dt="2026-01-01T17:07:38.674" v="1375" actId="20577"/>
          <ac:spMkLst>
            <pc:docMk/>
            <pc:sldMk cId="2562104735" sldId="289"/>
            <ac:spMk id="14" creationId="{1A7FEADB-EB4A-439E-8EFC-EFED97B68564}"/>
          </ac:spMkLst>
        </pc:spChg>
        <pc:grpChg chg="add mod">
          <ac:chgData name="rosh patel" userId="436be1530491d192" providerId="LiveId" clId="{4C92133A-A3D0-4953-8C7C-D677EA0B2586}" dt="2025-12-15T03:18:13.629" v="64"/>
          <ac:grpSpMkLst>
            <pc:docMk/>
            <pc:sldMk cId="2562104735" sldId="289"/>
            <ac:grpSpMk id="2" creationId="{F420C366-B81D-4DF8-A63F-BA533D4D6B52}"/>
          </ac:grpSpMkLst>
        </pc:grpChg>
        <pc:grpChg chg="add mod">
          <ac:chgData name="rosh patel" userId="436be1530491d192" providerId="LiveId" clId="{4C92133A-A3D0-4953-8C7C-D677EA0B2586}" dt="2025-12-15T03:18:13.629" v="64"/>
          <ac:grpSpMkLst>
            <pc:docMk/>
            <pc:sldMk cId="2562104735" sldId="289"/>
            <ac:grpSpMk id="5" creationId="{66EEFC66-72B1-4542-8187-BB0BC819683B}"/>
          </ac:grpSpMkLst>
        </pc:grpChg>
        <pc:grpChg chg="add mod">
          <ac:chgData name="rosh patel" userId="436be1530491d192" providerId="LiveId" clId="{4C92133A-A3D0-4953-8C7C-D677EA0B2586}" dt="2025-12-15T03:18:13.629" v="64"/>
          <ac:grpSpMkLst>
            <pc:docMk/>
            <pc:sldMk cId="2562104735" sldId="289"/>
            <ac:grpSpMk id="10" creationId="{CCA73796-7655-4387-901E-86C12F84571E}"/>
          </ac:grpSpMkLst>
        </pc:grpChg>
      </pc:sldChg>
      <pc:sldChg chg="addSp modSp new mod">
        <pc:chgData name="rosh patel" userId="436be1530491d192" providerId="LiveId" clId="{4C92133A-A3D0-4953-8C7C-D677EA0B2586}" dt="2026-01-01T17:15:12.743" v="1451" actId="1076"/>
        <pc:sldMkLst>
          <pc:docMk/>
          <pc:sldMk cId="212148129" sldId="290"/>
        </pc:sldMkLst>
        <pc:spChg chg="mod">
          <ac:chgData name="rosh patel" userId="436be1530491d192" providerId="LiveId" clId="{4C92133A-A3D0-4953-8C7C-D677EA0B2586}" dt="2025-12-15T03:18:16.832" v="66"/>
          <ac:spMkLst>
            <pc:docMk/>
            <pc:sldMk cId="212148129" sldId="290"/>
            <ac:spMk id="3" creationId="{B746461D-8F85-4BB4-B6D2-AB76732B3E33}"/>
          </ac:spMkLst>
        </pc:spChg>
        <pc:spChg chg="mod">
          <ac:chgData name="rosh patel" userId="436be1530491d192" providerId="LiveId" clId="{4C92133A-A3D0-4953-8C7C-D677EA0B2586}" dt="2025-12-15T03:18:16.832" v="66"/>
          <ac:spMkLst>
            <pc:docMk/>
            <pc:sldMk cId="212148129" sldId="290"/>
            <ac:spMk id="4" creationId="{E8BADC68-57FD-4C76-BBAE-B6ED50252B72}"/>
          </ac:spMkLst>
        </pc:spChg>
        <pc:spChg chg="mod">
          <ac:chgData name="rosh patel" userId="436be1530491d192" providerId="LiveId" clId="{4C92133A-A3D0-4953-8C7C-D677EA0B2586}" dt="2025-12-15T03:18:16.832" v="66"/>
          <ac:spMkLst>
            <pc:docMk/>
            <pc:sldMk cId="212148129" sldId="290"/>
            <ac:spMk id="6" creationId="{1360C7B0-D8CA-4E65-8D92-AA9AEC52DF9A}"/>
          </ac:spMkLst>
        </pc:spChg>
        <pc:spChg chg="mod">
          <ac:chgData name="rosh patel" userId="436be1530491d192" providerId="LiveId" clId="{4C92133A-A3D0-4953-8C7C-D677EA0B2586}" dt="2025-12-15T03:18:16.832" v="66"/>
          <ac:spMkLst>
            <pc:docMk/>
            <pc:sldMk cId="212148129" sldId="290"/>
            <ac:spMk id="7" creationId="{2D852E43-AC00-4CA5-951A-4828CF3BF904}"/>
          </ac:spMkLst>
        </pc:spChg>
        <pc:spChg chg="add mod">
          <ac:chgData name="rosh patel" userId="436be1530491d192" providerId="LiveId" clId="{4C92133A-A3D0-4953-8C7C-D677EA0B2586}" dt="2025-12-15T03:18:16.832" v="66"/>
          <ac:spMkLst>
            <pc:docMk/>
            <pc:sldMk cId="212148129" sldId="290"/>
            <ac:spMk id="8" creationId="{DF58646E-D9C1-421D-8A25-B16DF989211A}"/>
          </ac:spMkLst>
        </pc:spChg>
        <pc:spChg chg="add mod">
          <ac:chgData name="rosh patel" userId="436be1530491d192" providerId="LiveId" clId="{4C92133A-A3D0-4953-8C7C-D677EA0B2586}" dt="2025-12-15T03:18:16.832" v="66"/>
          <ac:spMkLst>
            <pc:docMk/>
            <pc:sldMk cId="212148129" sldId="290"/>
            <ac:spMk id="9" creationId="{9BD7FFE3-B573-41CD-B378-D13778A300AF}"/>
          </ac:spMkLst>
        </pc:spChg>
        <pc:spChg chg="mod">
          <ac:chgData name="rosh patel" userId="436be1530491d192" providerId="LiveId" clId="{4C92133A-A3D0-4953-8C7C-D677EA0B2586}" dt="2025-12-15T03:18:16.832" v="66"/>
          <ac:spMkLst>
            <pc:docMk/>
            <pc:sldMk cId="212148129" sldId="290"/>
            <ac:spMk id="11" creationId="{CE57D7A1-E049-42C1-8D2D-BB10A1B46CD3}"/>
          </ac:spMkLst>
        </pc:spChg>
        <pc:spChg chg="mod">
          <ac:chgData name="rosh patel" userId="436be1530491d192" providerId="LiveId" clId="{4C92133A-A3D0-4953-8C7C-D677EA0B2586}" dt="2025-12-15T03:18:16.832" v="66"/>
          <ac:spMkLst>
            <pc:docMk/>
            <pc:sldMk cId="212148129" sldId="290"/>
            <ac:spMk id="12" creationId="{73AF4D1E-95A1-43FC-BB03-1B80DDD4D20A}"/>
          </ac:spMkLst>
        </pc:spChg>
        <pc:spChg chg="add mod">
          <ac:chgData name="rosh patel" userId="436be1530491d192" providerId="LiveId" clId="{4C92133A-A3D0-4953-8C7C-D677EA0B2586}" dt="2026-01-01T17:15:12.743" v="1451" actId="1076"/>
          <ac:spMkLst>
            <pc:docMk/>
            <pc:sldMk cId="212148129" sldId="290"/>
            <ac:spMk id="14" creationId="{FD6DAF9B-D152-4AB3-B754-B2A2981086E3}"/>
          </ac:spMkLst>
        </pc:spChg>
        <pc:grpChg chg="add mod">
          <ac:chgData name="rosh patel" userId="436be1530491d192" providerId="LiveId" clId="{4C92133A-A3D0-4953-8C7C-D677EA0B2586}" dt="2025-12-15T03:18:16.832" v="66"/>
          <ac:grpSpMkLst>
            <pc:docMk/>
            <pc:sldMk cId="212148129" sldId="290"/>
            <ac:grpSpMk id="2" creationId="{C7227353-B007-4FE2-87B1-A660A45020B9}"/>
          </ac:grpSpMkLst>
        </pc:grpChg>
        <pc:grpChg chg="add mod">
          <ac:chgData name="rosh patel" userId="436be1530491d192" providerId="LiveId" clId="{4C92133A-A3D0-4953-8C7C-D677EA0B2586}" dt="2025-12-15T03:18:16.832" v="66"/>
          <ac:grpSpMkLst>
            <pc:docMk/>
            <pc:sldMk cId="212148129" sldId="290"/>
            <ac:grpSpMk id="5" creationId="{B3EB5C6D-6C26-404A-9458-E9004EB54A1D}"/>
          </ac:grpSpMkLst>
        </pc:grpChg>
        <pc:grpChg chg="add mod">
          <ac:chgData name="rosh patel" userId="436be1530491d192" providerId="LiveId" clId="{4C92133A-A3D0-4953-8C7C-D677EA0B2586}" dt="2025-12-15T03:18:16.832" v="66"/>
          <ac:grpSpMkLst>
            <pc:docMk/>
            <pc:sldMk cId="212148129" sldId="290"/>
            <ac:grpSpMk id="10" creationId="{8965DD5D-3FB2-4E09-9D5E-519BD4308698}"/>
          </ac:grpSpMkLst>
        </pc:grpChg>
      </pc:sldChg>
      <pc:sldChg chg="addSp modSp new mod ord">
        <pc:chgData name="rosh patel" userId="436be1530491d192" providerId="LiveId" clId="{4C92133A-A3D0-4953-8C7C-D677EA0B2586}" dt="2026-01-01T17:23:29.110" v="1518" actId="1076"/>
        <pc:sldMkLst>
          <pc:docMk/>
          <pc:sldMk cId="1787599582" sldId="291"/>
        </pc:sldMkLst>
        <pc:spChg chg="mod">
          <ac:chgData name="rosh patel" userId="436be1530491d192" providerId="LiveId" clId="{4C92133A-A3D0-4953-8C7C-D677EA0B2586}" dt="2025-12-15T03:18:19.863" v="68"/>
          <ac:spMkLst>
            <pc:docMk/>
            <pc:sldMk cId="1787599582" sldId="291"/>
            <ac:spMk id="3" creationId="{37360C03-3F17-4107-BBCE-D3D0A69131DF}"/>
          </ac:spMkLst>
        </pc:spChg>
        <pc:spChg chg="mod">
          <ac:chgData name="rosh patel" userId="436be1530491d192" providerId="LiveId" clId="{4C92133A-A3D0-4953-8C7C-D677EA0B2586}" dt="2025-12-15T03:18:19.863" v="68"/>
          <ac:spMkLst>
            <pc:docMk/>
            <pc:sldMk cId="1787599582" sldId="291"/>
            <ac:spMk id="4" creationId="{E126A9CB-70AC-48DE-9FBD-76BD805FA326}"/>
          </ac:spMkLst>
        </pc:spChg>
        <pc:spChg chg="mod">
          <ac:chgData name="rosh patel" userId="436be1530491d192" providerId="LiveId" clId="{4C92133A-A3D0-4953-8C7C-D677EA0B2586}" dt="2025-12-15T03:18:19.863" v="68"/>
          <ac:spMkLst>
            <pc:docMk/>
            <pc:sldMk cId="1787599582" sldId="291"/>
            <ac:spMk id="6" creationId="{7EC78E75-AA7B-43C5-8381-056D4907E32C}"/>
          </ac:spMkLst>
        </pc:spChg>
        <pc:spChg chg="mod">
          <ac:chgData name="rosh patel" userId="436be1530491d192" providerId="LiveId" clId="{4C92133A-A3D0-4953-8C7C-D677EA0B2586}" dt="2025-12-15T03:18:19.863" v="68"/>
          <ac:spMkLst>
            <pc:docMk/>
            <pc:sldMk cId="1787599582" sldId="291"/>
            <ac:spMk id="7" creationId="{035E7568-989B-4DEA-B64B-8B9CC7B43CED}"/>
          </ac:spMkLst>
        </pc:spChg>
        <pc:spChg chg="add mod">
          <ac:chgData name="rosh patel" userId="436be1530491d192" providerId="LiveId" clId="{4C92133A-A3D0-4953-8C7C-D677EA0B2586}" dt="2025-12-15T03:18:19.863" v="68"/>
          <ac:spMkLst>
            <pc:docMk/>
            <pc:sldMk cId="1787599582" sldId="291"/>
            <ac:spMk id="8" creationId="{2F20B0E7-33F2-45B1-B99C-0D93E07939D1}"/>
          </ac:spMkLst>
        </pc:spChg>
        <pc:spChg chg="add mod">
          <ac:chgData name="rosh patel" userId="436be1530491d192" providerId="LiveId" clId="{4C92133A-A3D0-4953-8C7C-D677EA0B2586}" dt="2025-12-15T03:18:19.863" v="68"/>
          <ac:spMkLst>
            <pc:docMk/>
            <pc:sldMk cId="1787599582" sldId="291"/>
            <ac:spMk id="9" creationId="{56639C2D-F671-4F96-816E-FE3B7E9D3A45}"/>
          </ac:spMkLst>
        </pc:spChg>
        <pc:spChg chg="mod">
          <ac:chgData name="rosh patel" userId="436be1530491d192" providerId="LiveId" clId="{4C92133A-A3D0-4953-8C7C-D677EA0B2586}" dt="2025-12-15T03:18:19.863" v="68"/>
          <ac:spMkLst>
            <pc:docMk/>
            <pc:sldMk cId="1787599582" sldId="291"/>
            <ac:spMk id="11" creationId="{7C145D7C-3A49-4791-95F4-AFD7AC82072C}"/>
          </ac:spMkLst>
        </pc:spChg>
        <pc:spChg chg="mod">
          <ac:chgData name="rosh patel" userId="436be1530491d192" providerId="LiveId" clId="{4C92133A-A3D0-4953-8C7C-D677EA0B2586}" dt="2025-12-15T03:18:19.863" v="68"/>
          <ac:spMkLst>
            <pc:docMk/>
            <pc:sldMk cId="1787599582" sldId="291"/>
            <ac:spMk id="12" creationId="{1AD88FF9-6DE6-4F41-8F63-0F3A8C6B248D}"/>
          </ac:spMkLst>
        </pc:spChg>
        <pc:grpChg chg="add mod">
          <ac:chgData name="rosh patel" userId="436be1530491d192" providerId="LiveId" clId="{4C92133A-A3D0-4953-8C7C-D677EA0B2586}" dt="2025-12-15T03:18:19.863" v="68"/>
          <ac:grpSpMkLst>
            <pc:docMk/>
            <pc:sldMk cId="1787599582" sldId="291"/>
            <ac:grpSpMk id="2" creationId="{6D8DE5D9-9789-40DF-A388-9DE62AD36A9F}"/>
          </ac:grpSpMkLst>
        </pc:grpChg>
        <pc:grpChg chg="add mod">
          <ac:chgData name="rosh patel" userId="436be1530491d192" providerId="LiveId" clId="{4C92133A-A3D0-4953-8C7C-D677EA0B2586}" dt="2025-12-15T03:18:19.863" v="68"/>
          <ac:grpSpMkLst>
            <pc:docMk/>
            <pc:sldMk cId="1787599582" sldId="291"/>
            <ac:grpSpMk id="5" creationId="{CCE5CBAF-33CA-4264-8C71-E0C6C73E604C}"/>
          </ac:grpSpMkLst>
        </pc:grpChg>
        <pc:grpChg chg="add mod">
          <ac:chgData name="rosh patel" userId="436be1530491d192" providerId="LiveId" clId="{4C92133A-A3D0-4953-8C7C-D677EA0B2586}" dt="2025-12-15T03:18:19.863" v="68"/>
          <ac:grpSpMkLst>
            <pc:docMk/>
            <pc:sldMk cId="1787599582" sldId="291"/>
            <ac:grpSpMk id="10" creationId="{307F74CC-7BD6-40E5-8F7F-480E5D43D2B3}"/>
          </ac:grpSpMkLst>
        </pc:grpChg>
        <pc:picChg chg="add mod">
          <ac:chgData name="rosh patel" userId="436be1530491d192" providerId="LiveId" clId="{4C92133A-A3D0-4953-8C7C-D677EA0B2586}" dt="2026-01-01T17:23:29.110" v="1518" actId="1076"/>
          <ac:picMkLst>
            <pc:docMk/>
            <pc:sldMk cId="1787599582" sldId="291"/>
            <ac:picMk id="14" creationId="{16B3B6E4-275D-4F72-85DB-0470C140DC50}"/>
          </ac:picMkLst>
        </pc:picChg>
      </pc:sldChg>
      <pc:sldChg chg="addSp modSp new mod">
        <pc:chgData name="rosh patel" userId="436be1530491d192" providerId="LiveId" clId="{4C92133A-A3D0-4953-8C7C-D677EA0B2586}" dt="2026-01-01T17:19:13.725" v="1476" actId="1076"/>
        <pc:sldMkLst>
          <pc:docMk/>
          <pc:sldMk cId="2780564963" sldId="292"/>
        </pc:sldMkLst>
        <pc:spChg chg="mod">
          <ac:chgData name="rosh patel" userId="436be1530491d192" providerId="LiveId" clId="{4C92133A-A3D0-4953-8C7C-D677EA0B2586}" dt="2025-12-15T03:18:23.068" v="70"/>
          <ac:spMkLst>
            <pc:docMk/>
            <pc:sldMk cId="2780564963" sldId="292"/>
            <ac:spMk id="3" creationId="{7CEFE953-41AD-4374-AE0E-BEA3B81B09F6}"/>
          </ac:spMkLst>
        </pc:spChg>
        <pc:spChg chg="mod">
          <ac:chgData name="rosh patel" userId="436be1530491d192" providerId="LiveId" clId="{4C92133A-A3D0-4953-8C7C-D677EA0B2586}" dt="2025-12-15T03:18:23.068" v="70"/>
          <ac:spMkLst>
            <pc:docMk/>
            <pc:sldMk cId="2780564963" sldId="292"/>
            <ac:spMk id="4" creationId="{5412AD7B-6447-43E6-B5E5-F133D8448348}"/>
          </ac:spMkLst>
        </pc:spChg>
        <pc:spChg chg="mod">
          <ac:chgData name="rosh patel" userId="436be1530491d192" providerId="LiveId" clId="{4C92133A-A3D0-4953-8C7C-D677EA0B2586}" dt="2025-12-15T03:18:23.068" v="70"/>
          <ac:spMkLst>
            <pc:docMk/>
            <pc:sldMk cId="2780564963" sldId="292"/>
            <ac:spMk id="6" creationId="{EEDD0ECC-8D7B-41C9-97C7-F0FEE9BC027F}"/>
          </ac:spMkLst>
        </pc:spChg>
        <pc:spChg chg="mod">
          <ac:chgData name="rosh patel" userId="436be1530491d192" providerId="LiveId" clId="{4C92133A-A3D0-4953-8C7C-D677EA0B2586}" dt="2025-12-15T03:18:23.068" v="70"/>
          <ac:spMkLst>
            <pc:docMk/>
            <pc:sldMk cId="2780564963" sldId="292"/>
            <ac:spMk id="7" creationId="{61A63E46-2BC0-47F1-BDD1-60B53DB85BC4}"/>
          </ac:spMkLst>
        </pc:spChg>
        <pc:spChg chg="add mod">
          <ac:chgData name="rosh patel" userId="436be1530491d192" providerId="LiveId" clId="{4C92133A-A3D0-4953-8C7C-D677EA0B2586}" dt="2025-12-15T03:18:23.068" v="70"/>
          <ac:spMkLst>
            <pc:docMk/>
            <pc:sldMk cId="2780564963" sldId="292"/>
            <ac:spMk id="8" creationId="{C38B6A29-92C1-4DA1-8E94-DA8BD7C4E418}"/>
          </ac:spMkLst>
        </pc:spChg>
        <pc:spChg chg="add mod">
          <ac:chgData name="rosh patel" userId="436be1530491d192" providerId="LiveId" clId="{4C92133A-A3D0-4953-8C7C-D677EA0B2586}" dt="2025-12-15T03:18:23.068" v="70"/>
          <ac:spMkLst>
            <pc:docMk/>
            <pc:sldMk cId="2780564963" sldId="292"/>
            <ac:spMk id="9" creationId="{4B8ECBDE-3934-46A3-8AD1-2C2198769FB5}"/>
          </ac:spMkLst>
        </pc:spChg>
        <pc:spChg chg="mod">
          <ac:chgData name="rosh patel" userId="436be1530491d192" providerId="LiveId" clId="{4C92133A-A3D0-4953-8C7C-D677EA0B2586}" dt="2025-12-15T03:18:23.068" v="70"/>
          <ac:spMkLst>
            <pc:docMk/>
            <pc:sldMk cId="2780564963" sldId="292"/>
            <ac:spMk id="11" creationId="{8210AB70-1C36-43B3-A226-03F8AA4B369E}"/>
          </ac:spMkLst>
        </pc:spChg>
        <pc:spChg chg="mod">
          <ac:chgData name="rosh patel" userId="436be1530491d192" providerId="LiveId" clId="{4C92133A-A3D0-4953-8C7C-D677EA0B2586}" dt="2025-12-15T03:18:23.068" v="70"/>
          <ac:spMkLst>
            <pc:docMk/>
            <pc:sldMk cId="2780564963" sldId="292"/>
            <ac:spMk id="12" creationId="{F1E214B9-3C80-4224-A009-5A09CBCB981C}"/>
          </ac:spMkLst>
        </pc:spChg>
        <pc:grpChg chg="add mod">
          <ac:chgData name="rosh patel" userId="436be1530491d192" providerId="LiveId" clId="{4C92133A-A3D0-4953-8C7C-D677EA0B2586}" dt="2025-12-15T03:18:23.068" v="70"/>
          <ac:grpSpMkLst>
            <pc:docMk/>
            <pc:sldMk cId="2780564963" sldId="292"/>
            <ac:grpSpMk id="2" creationId="{B6A0078E-B418-4F83-B614-8A4FEF4DDF0C}"/>
          </ac:grpSpMkLst>
        </pc:grpChg>
        <pc:grpChg chg="add mod">
          <ac:chgData name="rosh patel" userId="436be1530491d192" providerId="LiveId" clId="{4C92133A-A3D0-4953-8C7C-D677EA0B2586}" dt="2025-12-15T03:18:23.068" v="70"/>
          <ac:grpSpMkLst>
            <pc:docMk/>
            <pc:sldMk cId="2780564963" sldId="292"/>
            <ac:grpSpMk id="5" creationId="{C8FD688A-8D60-4286-A8F7-AB3350908FB7}"/>
          </ac:grpSpMkLst>
        </pc:grpChg>
        <pc:grpChg chg="add mod">
          <ac:chgData name="rosh patel" userId="436be1530491d192" providerId="LiveId" clId="{4C92133A-A3D0-4953-8C7C-D677EA0B2586}" dt="2025-12-15T03:18:23.068" v="70"/>
          <ac:grpSpMkLst>
            <pc:docMk/>
            <pc:sldMk cId="2780564963" sldId="292"/>
            <ac:grpSpMk id="10" creationId="{BBAF451C-360D-468A-B3A9-FFCDD9D2F22C}"/>
          </ac:grpSpMkLst>
        </pc:grpChg>
        <pc:picChg chg="add mod">
          <ac:chgData name="rosh patel" userId="436be1530491d192" providerId="LiveId" clId="{4C92133A-A3D0-4953-8C7C-D677EA0B2586}" dt="2026-01-01T17:19:13.725" v="1476" actId="1076"/>
          <ac:picMkLst>
            <pc:docMk/>
            <pc:sldMk cId="2780564963" sldId="292"/>
            <ac:picMk id="14" creationId="{10CBA2D3-2B37-4E7E-8510-76246DA87243}"/>
          </ac:picMkLst>
        </pc:picChg>
      </pc:sldChg>
      <pc:sldChg chg="addSp modSp add mod">
        <pc:chgData name="rosh patel" userId="436be1530491d192" providerId="LiveId" clId="{4C92133A-A3D0-4953-8C7C-D677EA0B2586}" dt="2026-01-01T17:17:53.830" v="1469" actId="1076"/>
        <pc:sldMkLst>
          <pc:docMk/>
          <pc:sldMk cId="1734462167" sldId="293"/>
        </pc:sldMkLst>
        <pc:spChg chg="add mod">
          <ac:chgData name="rosh patel" userId="436be1530491d192" providerId="LiveId" clId="{4C92133A-A3D0-4953-8C7C-D677EA0B2586}" dt="2026-01-01T17:17:51.989" v="1468" actId="1076"/>
          <ac:spMkLst>
            <pc:docMk/>
            <pc:sldMk cId="1734462167" sldId="293"/>
            <ac:spMk id="16" creationId="{11FA693F-06AA-42D4-8E19-958A0588DD22}"/>
          </ac:spMkLst>
        </pc:spChg>
        <pc:picChg chg="add mod">
          <ac:chgData name="rosh patel" userId="436be1530491d192" providerId="LiveId" clId="{4C92133A-A3D0-4953-8C7C-D677EA0B2586}" dt="2026-01-01T17:17:53.830" v="1469" actId="1076"/>
          <ac:picMkLst>
            <pc:docMk/>
            <pc:sldMk cId="1734462167" sldId="293"/>
            <ac:picMk id="14" creationId="{2EDABA2E-ACE9-4A89-AF6F-1CF14B665DE7}"/>
          </ac:picMkLst>
        </pc:picChg>
      </pc:sldChg>
      <pc:sldChg chg="add del">
        <pc:chgData name="rosh patel" userId="436be1530491d192" providerId="LiveId" clId="{4C92133A-A3D0-4953-8C7C-D677EA0B2586}" dt="2026-01-01T17:15:11.698" v="1450"/>
        <pc:sldMkLst>
          <pc:docMk/>
          <pc:sldMk cId="3219335246" sldId="293"/>
        </pc:sldMkLst>
      </pc:sldChg>
      <pc:sldChg chg="addSp modSp add mod ord">
        <pc:chgData name="rosh patel" userId="436be1530491d192" providerId="LiveId" clId="{4C92133A-A3D0-4953-8C7C-D677EA0B2586}" dt="2026-01-01T17:22:39.751" v="1511" actId="14100"/>
        <pc:sldMkLst>
          <pc:docMk/>
          <pc:sldMk cId="468996367" sldId="294"/>
        </pc:sldMkLst>
        <pc:picChg chg="add mod">
          <ac:chgData name="rosh patel" userId="436be1530491d192" providerId="LiveId" clId="{4C92133A-A3D0-4953-8C7C-D677EA0B2586}" dt="2026-01-01T17:22:08.614" v="1504" actId="1076"/>
          <ac:picMkLst>
            <pc:docMk/>
            <pc:sldMk cId="468996367" sldId="294"/>
            <ac:picMk id="14" creationId="{9A6D085C-22A6-436D-9DC3-FE6672034B58}"/>
          </ac:picMkLst>
        </pc:picChg>
        <pc:picChg chg="add mod">
          <ac:chgData name="rosh patel" userId="436be1530491d192" providerId="LiveId" clId="{4C92133A-A3D0-4953-8C7C-D677EA0B2586}" dt="2026-01-01T17:22:39.751" v="1511" actId="14100"/>
          <ac:picMkLst>
            <pc:docMk/>
            <pc:sldMk cId="468996367" sldId="294"/>
            <ac:picMk id="16" creationId="{CC1607E2-D4BD-4DC4-86F4-3EFCC3B8F7A1}"/>
          </ac:picMkLst>
        </pc:picChg>
      </pc:sldChg>
      <pc:sldChg chg="add del">
        <pc:chgData name="rosh patel" userId="436be1530491d192" providerId="LiveId" clId="{4C92133A-A3D0-4953-8C7C-D677EA0B2586}" dt="2026-01-01T17:15:11.010" v="1449"/>
        <pc:sldMkLst>
          <pc:docMk/>
          <pc:sldMk cId="4239150192" sldId="294"/>
        </pc:sldMkLst>
      </pc:sldChg>
      <pc:sldChg chg="addSp modSp add mod">
        <pc:chgData name="rosh patel" userId="436be1530491d192" providerId="LiveId" clId="{4C92133A-A3D0-4953-8C7C-D677EA0B2586}" dt="2026-01-01T17:29:42.250" v="1571" actId="1076"/>
        <pc:sldMkLst>
          <pc:docMk/>
          <pc:sldMk cId="3641019391" sldId="295"/>
        </pc:sldMkLst>
        <pc:spChg chg="add mod">
          <ac:chgData name="rosh patel" userId="436be1530491d192" providerId="LiveId" clId="{4C92133A-A3D0-4953-8C7C-D677EA0B2586}" dt="2026-01-01T17:28:33.778" v="1535" actId="20577"/>
          <ac:spMkLst>
            <pc:docMk/>
            <pc:sldMk cId="3641019391" sldId="295"/>
            <ac:spMk id="13" creationId="{3880DEB8-2BEC-4437-8605-BC1F5F96F47B}"/>
          </ac:spMkLst>
        </pc:spChg>
        <pc:spChg chg="add mod">
          <ac:chgData name="rosh patel" userId="436be1530491d192" providerId="LiveId" clId="{4C92133A-A3D0-4953-8C7C-D677EA0B2586}" dt="2026-01-01T17:29:37.387" v="1570" actId="1036"/>
          <ac:spMkLst>
            <pc:docMk/>
            <pc:sldMk cId="3641019391" sldId="295"/>
            <ac:spMk id="14" creationId="{53DE69E7-2CFE-4FB3-9CB4-BC6810199A8F}"/>
          </ac:spMkLst>
        </pc:spChg>
        <pc:picChg chg="add mod">
          <ac:chgData name="rosh patel" userId="436be1530491d192" providerId="LiveId" clId="{4C92133A-A3D0-4953-8C7C-D677EA0B2586}" dt="2026-01-01T17:29:42.250" v="1571" actId="1076"/>
          <ac:picMkLst>
            <pc:docMk/>
            <pc:sldMk cId="3641019391" sldId="295"/>
            <ac:picMk id="15" creationId="{090C1AEE-60B6-4410-9560-1AA9F3914D11}"/>
          </ac:picMkLst>
        </pc:picChg>
      </pc:sldChg>
      <pc:sldChg chg="addSp modSp add mod">
        <pc:chgData name="rosh patel" userId="436be1530491d192" providerId="LiveId" clId="{4C92133A-A3D0-4953-8C7C-D677EA0B2586}" dt="2026-01-01T17:24:27.725" v="1526" actId="1076"/>
        <pc:sldMkLst>
          <pc:docMk/>
          <pc:sldMk cId="1915733628" sldId="296"/>
        </pc:sldMkLst>
        <pc:picChg chg="add mod">
          <ac:chgData name="rosh patel" userId="436be1530491d192" providerId="LiveId" clId="{4C92133A-A3D0-4953-8C7C-D677EA0B2586}" dt="2026-01-01T17:24:27.725" v="1526" actId="1076"/>
          <ac:picMkLst>
            <pc:docMk/>
            <pc:sldMk cId="1915733628" sldId="296"/>
            <ac:picMk id="14" creationId="{8D60C808-B38C-4774-A4DE-E69B6D3E12AD}"/>
          </ac:picMkLst>
        </pc:picChg>
      </pc:sldChg>
      <pc:sldChg chg="addSp modSp add mod">
        <pc:chgData name="rosh patel" userId="436be1530491d192" providerId="LiveId" clId="{4C92133A-A3D0-4953-8C7C-D677EA0B2586}" dt="2026-01-01T17:25:06.429" v="1531" actId="1076"/>
        <pc:sldMkLst>
          <pc:docMk/>
          <pc:sldMk cId="3283814827" sldId="297"/>
        </pc:sldMkLst>
        <pc:picChg chg="add mod">
          <ac:chgData name="rosh patel" userId="436be1530491d192" providerId="LiveId" clId="{4C92133A-A3D0-4953-8C7C-D677EA0B2586}" dt="2026-01-01T17:25:06.429" v="1531" actId="1076"/>
          <ac:picMkLst>
            <pc:docMk/>
            <pc:sldMk cId="3283814827" sldId="297"/>
            <ac:picMk id="14" creationId="{1BC559C0-B174-4104-B2E0-DD58518CDACC}"/>
          </ac:picMkLst>
        </pc:picChg>
      </pc:sldChg>
      <pc:sldChg chg="add">
        <pc:chgData name="rosh patel" userId="436be1530491d192" providerId="LiveId" clId="{4C92133A-A3D0-4953-8C7C-D677EA0B2586}" dt="2026-01-01T17:20:24.014" v="1490"/>
        <pc:sldMkLst>
          <pc:docMk/>
          <pc:sldMk cId="20980660" sldId="298"/>
        </pc:sldMkLst>
      </pc:sldChg>
      <pc:sldChg chg="add">
        <pc:chgData name="rosh patel" userId="436be1530491d192" providerId="LiveId" clId="{4C92133A-A3D0-4953-8C7C-D677EA0B2586}" dt="2026-01-01T17:20:24.796" v="1491"/>
        <pc:sldMkLst>
          <pc:docMk/>
          <pc:sldMk cId="3311146265" sldId="299"/>
        </pc:sldMkLst>
      </pc:sldChg>
      <pc:sldChg chg="add">
        <pc:chgData name="rosh patel" userId="436be1530491d192" providerId="LiveId" clId="{4C92133A-A3D0-4953-8C7C-D677EA0B2586}" dt="2026-01-01T17:20:25.515" v="1492"/>
        <pc:sldMkLst>
          <pc:docMk/>
          <pc:sldMk cId="3562475241" sldId="300"/>
        </pc:sldMkLst>
      </pc:sldChg>
      <pc:sldChg chg="add">
        <pc:chgData name="rosh patel" userId="436be1530491d192" providerId="LiveId" clId="{4C92133A-A3D0-4953-8C7C-D677EA0B2586}" dt="2026-01-01T17:20:26.192" v="1493"/>
        <pc:sldMkLst>
          <pc:docMk/>
          <pc:sldMk cId="3150727833" sldId="301"/>
        </pc:sldMkLst>
      </pc:sldChg>
      <pc:sldChg chg="add">
        <pc:chgData name="rosh patel" userId="436be1530491d192" providerId="LiveId" clId="{4C92133A-A3D0-4953-8C7C-D677EA0B2586}" dt="2026-01-01T17:20:26.791" v="1494"/>
        <pc:sldMkLst>
          <pc:docMk/>
          <pc:sldMk cId="598012895" sldId="302"/>
        </pc:sldMkLst>
      </pc:sldChg>
      <pc:sldChg chg="add">
        <pc:chgData name="rosh patel" userId="436be1530491d192" providerId="LiveId" clId="{4C92133A-A3D0-4953-8C7C-D677EA0B2586}" dt="2026-01-01T17:20:27.405" v="1495"/>
        <pc:sldMkLst>
          <pc:docMk/>
          <pc:sldMk cId="635716684" sldId="303"/>
        </pc:sldMkLst>
      </pc:sldChg>
      <pc:sldChg chg="add">
        <pc:chgData name="rosh patel" userId="436be1530491d192" providerId="LiveId" clId="{4C92133A-A3D0-4953-8C7C-D677EA0B2586}" dt="2026-01-01T17:20:28.037" v="1496"/>
        <pc:sldMkLst>
          <pc:docMk/>
          <pc:sldMk cId="314800653" sldId="304"/>
        </pc:sldMkLst>
      </pc:sldChg>
      <pc:sldChg chg="add">
        <pc:chgData name="rosh patel" userId="436be1530491d192" providerId="LiveId" clId="{4C92133A-A3D0-4953-8C7C-D677EA0B2586}" dt="2026-01-01T17:20:28.718" v="1497"/>
        <pc:sldMkLst>
          <pc:docMk/>
          <pc:sldMk cId="82567854" sldId="305"/>
        </pc:sldMkLst>
      </pc:sldChg>
      <pc:sldChg chg="add">
        <pc:chgData name="rosh patel" userId="436be1530491d192" providerId="LiveId" clId="{4C92133A-A3D0-4953-8C7C-D677EA0B2586}" dt="2026-01-01T17:20:29.314" v="1498"/>
        <pc:sldMkLst>
          <pc:docMk/>
          <pc:sldMk cId="987774312" sldId="306"/>
        </pc:sldMkLst>
      </pc:sldChg>
      <pc:sldChg chg="add">
        <pc:chgData name="rosh patel" userId="436be1530491d192" providerId="LiveId" clId="{4C92133A-A3D0-4953-8C7C-D677EA0B2586}" dt="2026-01-01T17:20:29.890" v="1499"/>
        <pc:sldMkLst>
          <pc:docMk/>
          <pc:sldMk cId="1128964821" sldId="307"/>
        </pc:sldMkLst>
      </pc:sldChg>
      <pc:sldChg chg="add">
        <pc:chgData name="rosh patel" userId="436be1530491d192" providerId="LiveId" clId="{4C92133A-A3D0-4953-8C7C-D677EA0B2586}" dt="2026-01-01T17:20:30.476" v="1500"/>
        <pc:sldMkLst>
          <pc:docMk/>
          <pc:sldMk cId="2908553153" sldId="308"/>
        </pc:sldMkLst>
      </pc:sldChg>
      <pc:sldChg chg="add">
        <pc:chgData name="rosh patel" userId="436be1530491d192" providerId="LiveId" clId="{4C92133A-A3D0-4953-8C7C-D677EA0B2586}" dt="2026-01-01T17:20:31.050" v="1501"/>
        <pc:sldMkLst>
          <pc:docMk/>
          <pc:sldMk cId="2828142971" sldId="309"/>
        </pc:sldMkLst>
      </pc:sldChg>
    </pc:docChg>
  </pc:docChgLst>
  <pc:docChgLst>
    <pc:chgData name="rosh patel" userId="436be1530491d192" providerId="LiveId" clId="{6AE7EE8B-591F-44AD-9E39-ADE4FE1EB62D}"/>
    <pc:docChg chg="delSld">
      <pc:chgData name="rosh patel" userId="436be1530491d192" providerId="LiveId" clId="{6AE7EE8B-591F-44AD-9E39-ADE4FE1EB62D}" dt="2026-02-18T07:38:44.797" v="0" actId="47"/>
      <pc:docMkLst>
        <pc:docMk/>
      </pc:docMkLst>
      <pc:sldChg chg="del">
        <pc:chgData name="rosh patel" userId="436be1530491d192" providerId="LiveId" clId="{6AE7EE8B-591F-44AD-9E39-ADE4FE1EB62D}" dt="2026-02-18T07:38:44.797" v="0" actId="47"/>
        <pc:sldMkLst>
          <pc:docMk/>
          <pc:sldMk cId="3459462393" sldId="267"/>
        </pc:sldMkLst>
      </pc:sldChg>
      <pc:sldChg chg="del">
        <pc:chgData name="rosh patel" userId="436be1530491d192" providerId="LiveId" clId="{6AE7EE8B-591F-44AD-9E39-ADE4FE1EB62D}" dt="2026-02-18T07:38:44.797" v="0" actId="47"/>
        <pc:sldMkLst>
          <pc:docMk/>
          <pc:sldMk cId="1787599582" sldId="291"/>
        </pc:sldMkLst>
      </pc:sldChg>
      <pc:sldChg chg="del">
        <pc:chgData name="rosh patel" userId="436be1530491d192" providerId="LiveId" clId="{6AE7EE8B-591F-44AD-9E39-ADE4FE1EB62D}" dt="2026-02-18T07:38:44.797" v="0" actId="47"/>
        <pc:sldMkLst>
          <pc:docMk/>
          <pc:sldMk cId="2780564963" sldId="292"/>
        </pc:sldMkLst>
      </pc:sldChg>
      <pc:sldChg chg="del">
        <pc:chgData name="rosh patel" userId="436be1530491d192" providerId="LiveId" clId="{6AE7EE8B-591F-44AD-9E39-ADE4FE1EB62D}" dt="2026-02-18T07:38:44.797" v="0" actId="47"/>
        <pc:sldMkLst>
          <pc:docMk/>
          <pc:sldMk cId="1734462167" sldId="293"/>
        </pc:sldMkLst>
      </pc:sldChg>
      <pc:sldChg chg="del">
        <pc:chgData name="rosh patel" userId="436be1530491d192" providerId="LiveId" clId="{6AE7EE8B-591F-44AD-9E39-ADE4FE1EB62D}" dt="2026-02-18T07:38:44.797" v="0" actId="47"/>
        <pc:sldMkLst>
          <pc:docMk/>
          <pc:sldMk cId="468996367" sldId="294"/>
        </pc:sldMkLst>
      </pc:sldChg>
      <pc:sldChg chg="del">
        <pc:chgData name="rosh patel" userId="436be1530491d192" providerId="LiveId" clId="{6AE7EE8B-591F-44AD-9E39-ADE4FE1EB62D}" dt="2026-02-18T07:38:44.797" v="0" actId="47"/>
        <pc:sldMkLst>
          <pc:docMk/>
          <pc:sldMk cId="3641019391" sldId="295"/>
        </pc:sldMkLst>
      </pc:sldChg>
      <pc:sldChg chg="del">
        <pc:chgData name="rosh patel" userId="436be1530491d192" providerId="LiveId" clId="{6AE7EE8B-591F-44AD-9E39-ADE4FE1EB62D}" dt="2026-02-18T07:38:44.797" v="0" actId="47"/>
        <pc:sldMkLst>
          <pc:docMk/>
          <pc:sldMk cId="1915733628" sldId="296"/>
        </pc:sldMkLst>
      </pc:sldChg>
      <pc:sldChg chg="del">
        <pc:chgData name="rosh patel" userId="436be1530491d192" providerId="LiveId" clId="{6AE7EE8B-591F-44AD-9E39-ADE4FE1EB62D}" dt="2026-02-18T07:38:44.797" v="0" actId="47"/>
        <pc:sldMkLst>
          <pc:docMk/>
          <pc:sldMk cId="3283814827" sldId="297"/>
        </pc:sldMkLst>
      </pc:sldChg>
      <pc:sldChg chg="del">
        <pc:chgData name="rosh patel" userId="436be1530491d192" providerId="LiveId" clId="{6AE7EE8B-591F-44AD-9E39-ADE4FE1EB62D}" dt="2026-02-18T07:38:44.797" v="0" actId="47"/>
        <pc:sldMkLst>
          <pc:docMk/>
          <pc:sldMk cId="20980660" sldId="298"/>
        </pc:sldMkLst>
      </pc:sldChg>
      <pc:sldChg chg="del">
        <pc:chgData name="rosh patel" userId="436be1530491d192" providerId="LiveId" clId="{6AE7EE8B-591F-44AD-9E39-ADE4FE1EB62D}" dt="2026-02-18T07:38:44.797" v="0" actId="47"/>
        <pc:sldMkLst>
          <pc:docMk/>
          <pc:sldMk cId="3311146265" sldId="299"/>
        </pc:sldMkLst>
      </pc:sldChg>
      <pc:sldChg chg="del">
        <pc:chgData name="rosh patel" userId="436be1530491d192" providerId="LiveId" clId="{6AE7EE8B-591F-44AD-9E39-ADE4FE1EB62D}" dt="2026-02-18T07:38:44.797" v="0" actId="47"/>
        <pc:sldMkLst>
          <pc:docMk/>
          <pc:sldMk cId="3562475241" sldId="300"/>
        </pc:sldMkLst>
      </pc:sldChg>
      <pc:sldChg chg="del">
        <pc:chgData name="rosh patel" userId="436be1530491d192" providerId="LiveId" clId="{6AE7EE8B-591F-44AD-9E39-ADE4FE1EB62D}" dt="2026-02-18T07:38:44.797" v="0" actId="47"/>
        <pc:sldMkLst>
          <pc:docMk/>
          <pc:sldMk cId="3150727833" sldId="301"/>
        </pc:sldMkLst>
      </pc:sldChg>
      <pc:sldChg chg="del">
        <pc:chgData name="rosh patel" userId="436be1530491d192" providerId="LiveId" clId="{6AE7EE8B-591F-44AD-9E39-ADE4FE1EB62D}" dt="2026-02-18T07:38:44.797" v="0" actId="47"/>
        <pc:sldMkLst>
          <pc:docMk/>
          <pc:sldMk cId="598012895" sldId="302"/>
        </pc:sldMkLst>
      </pc:sldChg>
      <pc:sldChg chg="del">
        <pc:chgData name="rosh patel" userId="436be1530491d192" providerId="LiveId" clId="{6AE7EE8B-591F-44AD-9E39-ADE4FE1EB62D}" dt="2026-02-18T07:38:44.797" v="0" actId="47"/>
        <pc:sldMkLst>
          <pc:docMk/>
          <pc:sldMk cId="635716684" sldId="303"/>
        </pc:sldMkLst>
      </pc:sldChg>
      <pc:sldChg chg="del">
        <pc:chgData name="rosh patel" userId="436be1530491d192" providerId="LiveId" clId="{6AE7EE8B-591F-44AD-9E39-ADE4FE1EB62D}" dt="2026-02-18T07:38:44.797" v="0" actId="47"/>
        <pc:sldMkLst>
          <pc:docMk/>
          <pc:sldMk cId="314800653" sldId="304"/>
        </pc:sldMkLst>
      </pc:sldChg>
      <pc:sldChg chg="del">
        <pc:chgData name="rosh patel" userId="436be1530491d192" providerId="LiveId" clId="{6AE7EE8B-591F-44AD-9E39-ADE4FE1EB62D}" dt="2026-02-18T07:38:44.797" v="0" actId="47"/>
        <pc:sldMkLst>
          <pc:docMk/>
          <pc:sldMk cId="82567854" sldId="305"/>
        </pc:sldMkLst>
      </pc:sldChg>
      <pc:sldChg chg="del">
        <pc:chgData name="rosh patel" userId="436be1530491d192" providerId="LiveId" clId="{6AE7EE8B-591F-44AD-9E39-ADE4FE1EB62D}" dt="2026-02-18T07:38:44.797" v="0" actId="47"/>
        <pc:sldMkLst>
          <pc:docMk/>
          <pc:sldMk cId="987774312" sldId="306"/>
        </pc:sldMkLst>
      </pc:sldChg>
      <pc:sldChg chg="del">
        <pc:chgData name="rosh patel" userId="436be1530491d192" providerId="LiveId" clId="{6AE7EE8B-591F-44AD-9E39-ADE4FE1EB62D}" dt="2026-02-18T07:38:44.797" v="0" actId="47"/>
        <pc:sldMkLst>
          <pc:docMk/>
          <pc:sldMk cId="1128964821" sldId="307"/>
        </pc:sldMkLst>
      </pc:sldChg>
      <pc:sldChg chg="del">
        <pc:chgData name="rosh patel" userId="436be1530491d192" providerId="LiveId" clId="{6AE7EE8B-591F-44AD-9E39-ADE4FE1EB62D}" dt="2026-02-18T07:38:44.797" v="0" actId="47"/>
        <pc:sldMkLst>
          <pc:docMk/>
          <pc:sldMk cId="2908553153" sldId="308"/>
        </pc:sldMkLst>
      </pc:sldChg>
      <pc:sldChg chg="del">
        <pc:chgData name="rosh patel" userId="436be1530491d192" providerId="LiveId" clId="{6AE7EE8B-591F-44AD-9E39-ADE4FE1EB62D}" dt="2026-02-18T07:38:44.797" v="0" actId="47"/>
        <pc:sldMkLst>
          <pc:docMk/>
          <pc:sldMk cId="2828142971" sldId="30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gi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gif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gif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gif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gif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23641" y="1773515"/>
            <a:ext cx="14640717" cy="19555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489"/>
              </a:lnSpc>
            </a:pPr>
            <a:r>
              <a:rPr lang="en-US" sz="8800" b="1" dirty="0">
                <a:solidFill>
                  <a:srgbClr val="000000"/>
                </a:solidFill>
                <a:latin typeface="Algerian" panose="04020705040A02060702" pitchFamily="82" charset="0"/>
                <a:ea typeface="Century Gothic Paneuropean Bold"/>
                <a:cs typeface="Century Gothic Paneuropean Bold"/>
                <a:sym typeface="Century Gothic Paneuropean Bold"/>
              </a:rPr>
              <a:t>EFFECTIVE WRITING SKILLS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117861" y="8513485"/>
            <a:ext cx="10052275" cy="1056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42"/>
              </a:lnSpc>
            </a:pPr>
            <a:r>
              <a:rPr lang="en-US" sz="6173" dirty="0">
                <a:solidFill>
                  <a:srgbClr val="000000"/>
                </a:solidFill>
                <a:latin typeface="Bell MT" panose="02020503060305020303" pitchFamily="18" charset="0"/>
                <a:ea typeface="Century Gothic Paneuropean"/>
                <a:cs typeface="Century Gothic Paneuropean"/>
                <a:sym typeface="Century Gothic Paneuropean"/>
              </a:rPr>
              <a:t>By : Prof. Roshni J. Patel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6" name="Picture 15" descr="A hand holding a pen&#10;&#10;AI-generated content may be incorrect.">
            <a:extLst>
              <a:ext uri="{FF2B5EF4-FFF2-40B4-BE49-F238E27FC236}">
                <a16:creationId xmlns:a16="http://schemas.microsoft.com/office/drawing/2014/main" id="{FD9966EE-2BFE-9767-6E34-F7E8C7E9D0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68354"/>
            <a:ext cx="4582860" cy="295668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750783E-75CF-64C7-9E2E-103988C8B1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1817" y="3873711"/>
            <a:ext cx="4743450" cy="47434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BBBCFB2-A487-4C21-B257-E8F6F530E4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-34198"/>
            <a:ext cx="10363200" cy="19897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875411" y="1967014"/>
            <a:ext cx="8537178" cy="139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8192" b="1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UNIT - 1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24200" y="4895262"/>
            <a:ext cx="12454772" cy="79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96"/>
              </a:lnSpc>
            </a:pPr>
            <a:r>
              <a:rPr lang="en-IN" sz="8000" u="sng" dirty="0">
                <a:latin typeface="Ink Free" panose="03080402000500000000" pitchFamily="66" charset="0"/>
              </a:rPr>
              <a:t>Vocabulary and Grammar</a:t>
            </a:r>
            <a:endParaRPr lang="en-US" sz="8000" u="sng" dirty="0">
              <a:solidFill>
                <a:srgbClr val="000000"/>
              </a:solidFill>
              <a:latin typeface="Ink Free" panose="03080402000500000000" pitchFamily="66" charset="0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10" name="Freeform 10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0B83CFC5-5FB0-BFD2-E78F-A510FD7549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3665" y="4229100"/>
            <a:ext cx="3835278" cy="38352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10200" y="736345"/>
            <a:ext cx="8537178" cy="711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2966" lvl="1">
              <a:lnSpc>
                <a:spcPts val="5096"/>
              </a:lnSpc>
            </a:pPr>
            <a:r>
              <a:rPr lang="en-US" sz="7200" u="sng" dirty="0">
                <a:solidFill>
                  <a:srgbClr val="000000"/>
                </a:solidFill>
                <a:latin typeface="Cooper Black" panose="0208090404030B020404" pitchFamily="18" charset="0"/>
                <a:ea typeface="Century Gothic Paneuropean"/>
                <a:cs typeface="Century Gothic Paneuropean"/>
                <a:sym typeface="Century Gothic Paneuropean"/>
              </a:rPr>
              <a:t>Collocations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909186" y="1638300"/>
            <a:ext cx="14272823" cy="71499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64466" lvl="1" indent="-571500">
              <a:lnSpc>
                <a:spcPts val="5096"/>
              </a:lnSpc>
              <a:buFont typeface="Arial" panose="020B0604020202020204" pitchFamily="34" charset="0"/>
              <a:buChar char="•"/>
            </a:pPr>
            <a:endParaRPr lang="en-US" sz="3640" dirty="0">
              <a:solidFill>
                <a:srgbClr val="000000"/>
              </a:solidFill>
              <a:latin typeface="Bookman Old Style" panose="02050604050505020204" pitchFamily="18" charset="0"/>
              <a:ea typeface="Century Gothic Paneuropean"/>
              <a:cs typeface="Times New Roman" panose="02020603050405020304" pitchFamily="18" charset="0"/>
              <a:sym typeface="Century Gothic Paneuropean"/>
            </a:endParaRPr>
          </a:p>
          <a:p>
            <a:pPr marL="964466" lvl="1" indent="-571500">
              <a:lnSpc>
                <a:spcPts val="5096"/>
              </a:lnSpc>
              <a:buFont typeface="Arial" panose="020B0604020202020204" pitchFamily="34" charset="0"/>
              <a:buChar char="•"/>
            </a:pPr>
            <a:r>
              <a:rPr lang="en-US" sz="3640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Times New Roman" panose="02020603050405020304" pitchFamily="18" charset="0"/>
                <a:sym typeface="Century Gothic Paneuropean"/>
              </a:rPr>
              <a:t>Collocations are combinations of words that frequently occur together in natural language.</a:t>
            </a:r>
          </a:p>
          <a:p>
            <a:pPr marL="964466" lvl="1" indent="-571500">
              <a:lnSpc>
                <a:spcPts val="5096"/>
              </a:lnSpc>
              <a:buFont typeface="Arial" panose="020B0604020202020204" pitchFamily="34" charset="0"/>
              <a:buChar char="•"/>
            </a:pPr>
            <a:endParaRPr lang="en-US" sz="3640" dirty="0">
              <a:solidFill>
                <a:srgbClr val="000000"/>
              </a:solidFill>
              <a:latin typeface="Bookman Old Style" panose="02050604050505020204" pitchFamily="18" charset="0"/>
              <a:ea typeface="Century Gothic Paneuropean"/>
              <a:cs typeface="Times New Roman" panose="02020603050405020304" pitchFamily="18" charset="0"/>
              <a:sym typeface="Century Gothic Paneuropean"/>
            </a:endParaRPr>
          </a:p>
          <a:p>
            <a:pPr marL="964466" lvl="1" indent="-571500">
              <a:lnSpc>
                <a:spcPts val="5096"/>
              </a:lnSpc>
              <a:buFont typeface="Arial" panose="020B0604020202020204" pitchFamily="34" charset="0"/>
              <a:buChar char="•"/>
            </a:pPr>
            <a:r>
              <a:rPr lang="en-US" sz="3640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Times New Roman" panose="02020603050405020304" pitchFamily="18" charset="0"/>
                <a:sym typeface="Century Gothic Paneuropean"/>
              </a:rPr>
              <a:t>Mastering collocations can help IT students communicate more effectively, whether writing reports, giving presentations, or collaborating on projects.</a:t>
            </a:r>
          </a:p>
          <a:p>
            <a:pPr marL="964466" lvl="1" indent="-571500">
              <a:lnSpc>
                <a:spcPts val="5096"/>
              </a:lnSpc>
              <a:buFont typeface="Arial" panose="020B0604020202020204" pitchFamily="34" charset="0"/>
              <a:buChar char="•"/>
            </a:pPr>
            <a:endParaRPr lang="en-US" sz="3640" dirty="0">
              <a:solidFill>
                <a:srgbClr val="000000"/>
              </a:solidFill>
              <a:latin typeface="Bookman Old Style" panose="02050604050505020204" pitchFamily="18" charset="0"/>
              <a:ea typeface="Century Gothic Paneuropean"/>
              <a:cs typeface="Times New Roman" panose="02020603050405020304" pitchFamily="18" charset="0"/>
              <a:sym typeface="Century Gothic Paneuropean"/>
            </a:endParaRPr>
          </a:p>
          <a:p>
            <a:pPr marL="964466" lvl="1" indent="-571500">
              <a:lnSpc>
                <a:spcPts val="5096"/>
              </a:lnSpc>
              <a:buFont typeface="Arial" panose="020B0604020202020204" pitchFamily="34" charset="0"/>
              <a:buChar char="•"/>
            </a:pPr>
            <a:r>
              <a:rPr lang="en-US" sz="3640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Times New Roman" panose="02020603050405020304" pitchFamily="18" charset="0"/>
                <a:sym typeface="Century Gothic Paneuropean"/>
              </a:rPr>
              <a:t>For example:</a:t>
            </a:r>
          </a:p>
          <a:p>
            <a:pPr marL="1764566" lvl="4">
              <a:lnSpc>
                <a:spcPts val="5096"/>
              </a:lnSpc>
            </a:pPr>
            <a:r>
              <a:rPr lang="en-US" sz="3640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Times New Roman" panose="02020603050405020304" pitchFamily="18" charset="0"/>
                <a:sym typeface="Century Gothic Paneuropean"/>
              </a:rPr>
              <a:t> "Install software" (not "fix software")</a:t>
            </a:r>
          </a:p>
          <a:p>
            <a:pPr marL="1764566" lvl="4">
              <a:lnSpc>
                <a:spcPts val="5096"/>
              </a:lnSpc>
            </a:pPr>
            <a:r>
              <a:rPr lang="en-US" sz="3640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Times New Roman" panose="02020603050405020304" pitchFamily="18" charset="0"/>
                <a:sym typeface="Century Gothic Paneuropean"/>
              </a:rPr>
              <a:t> "High-speed internet" (not "fast-speed internet")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FD36226B-00F7-4128-35C9-026301C4C0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28143" y="0"/>
            <a:ext cx="2590800" cy="25527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905000" y="876300"/>
            <a:ext cx="15165122" cy="56068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64466" lvl="1" indent="-571500">
              <a:lnSpc>
                <a:spcPts val="5096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Times New Roman" panose="02020603050405020304" pitchFamily="18" charset="0"/>
                <a:sym typeface="Century Gothic Paneuropean"/>
              </a:rPr>
              <a:t>Collocations can be divided into several categories:</a:t>
            </a:r>
          </a:p>
          <a:p>
            <a:pPr marL="964466" lvl="1" indent="-571500">
              <a:lnSpc>
                <a:spcPts val="5096"/>
              </a:lnSpc>
              <a:buFont typeface="Arial" panose="020B0604020202020204" pitchFamily="34" charset="0"/>
              <a:buChar char="•"/>
            </a:pPr>
            <a:endParaRPr lang="en-US" sz="3640" dirty="0">
              <a:solidFill>
                <a:srgbClr val="000000"/>
              </a:solidFill>
              <a:latin typeface="Bookman Old Style" panose="02050604050505020204" pitchFamily="18" charset="0"/>
              <a:ea typeface="Century Gothic Paneuropean"/>
              <a:cs typeface="Times New Roman" panose="02020603050405020304" pitchFamily="18" charset="0"/>
              <a:sym typeface="Century Gothic Paneuropean"/>
            </a:endParaRPr>
          </a:p>
          <a:p>
            <a:pPr marL="2050316" lvl="3" indent="-742950">
              <a:lnSpc>
                <a:spcPts val="5096"/>
              </a:lnSpc>
              <a:spcBef>
                <a:spcPts val="1200"/>
              </a:spcBef>
              <a:spcAft>
                <a:spcPts val="600"/>
              </a:spcAft>
              <a:buAutoNum type="arabicPeriod"/>
            </a:pPr>
            <a:r>
              <a:rPr lang="en-US" sz="3640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Times New Roman" panose="02020603050405020304" pitchFamily="18" charset="0"/>
                <a:sym typeface="Century Gothic Paneuropean"/>
              </a:rPr>
              <a:t>Verb + Noun: write code, launch an app.</a:t>
            </a:r>
            <a:endParaRPr lang="en-US" sz="1000" dirty="0">
              <a:solidFill>
                <a:srgbClr val="000000"/>
              </a:solidFill>
              <a:latin typeface="Bookman Old Style" panose="02050604050505020204" pitchFamily="18" charset="0"/>
              <a:ea typeface="Century Gothic Paneuropean"/>
              <a:cs typeface="Times New Roman" panose="02020603050405020304" pitchFamily="18" charset="0"/>
              <a:sym typeface="Century Gothic Paneuropean"/>
            </a:endParaRPr>
          </a:p>
          <a:p>
            <a:pPr marL="1307366" lvl="3">
              <a:lnSpc>
                <a:spcPts val="5096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3640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Times New Roman" panose="02020603050405020304" pitchFamily="18" charset="0"/>
                <a:sym typeface="Century Gothic Paneuropean"/>
              </a:rPr>
              <a:t>2. Adjective + Noun: user-friendly interface, critical update.</a:t>
            </a:r>
          </a:p>
          <a:p>
            <a:pPr marL="1307366" lvl="3">
              <a:lnSpc>
                <a:spcPts val="5096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3640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Times New Roman" panose="02020603050405020304" pitchFamily="18" charset="0"/>
                <a:sym typeface="Century Gothic Paneuropean"/>
              </a:rPr>
              <a:t>3. Noun + Noun: data breach, system failure, cyber security.</a:t>
            </a:r>
          </a:p>
          <a:p>
            <a:pPr marL="1307366" lvl="3">
              <a:lnSpc>
                <a:spcPts val="5096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3640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Times New Roman" panose="02020603050405020304" pitchFamily="18" charset="0"/>
                <a:sym typeface="Century Gothic Paneuropean"/>
              </a:rPr>
              <a:t>4. Adverb + Adjective: highly secure, fully operational.</a:t>
            </a:r>
          </a:p>
          <a:p>
            <a:pPr marL="1307366" lvl="3">
              <a:lnSpc>
                <a:spcPts val="5096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3640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Times New Roman" panose="02020603050405020304" pitchFamily="18" charset="0"/>
                <a:sym typeface="Century Gothic Paneuropean"/>
              </a:rPr>
              <a:t>5. Verb + Adverb: function seamlessly, connect remotely.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569058" y="416341"/>
            <a:ext cx="15945898" cy="91197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5096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4000" b="1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Century Gothic Paneuropean"/>
                <a:sym typeface="Century Gothic Paneuropean"/>
              </a:rPr>
              <a:t>Common IT Collocations with Meanings</a:t>
            </a:r>
          </a:p>
          <a:p>
            <a:pPr lvl="2">
              <a:lnSpc>
                <a:spcPts val="5096"/>
              </a:lnSpc>
              <a:spcBef>
                <a:spcPts val="600"/>
              </a:spcBef>
            </a:pPr>
            <a:r>
              <a:rPr lang="en-US" sz="3640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Century Gothic Paneuropean"/>
                <a:sym typeface="Century Gothic Paneuropean"/>
              </a:rPr>
              <a:t> </a:t>
            </a:r>
            <a:r>
              <a:rPr lang="en-US" sz="3640" b="1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Century Gothic Paneuropean"/>
                <a:sym typeface="Century Gothic Paneuropean"/>
              </a:rPr>
              <a:t>Hardware &amp; Software:</a:t>
            </a:r>
          </a:p>
          <a:p>
            <a:pPr marL="1943100" lvl="3" indent="-571500">
              <a:lnSpc>
                <a:spcPts val="5096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u="sng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Century Gothic Paneuropean"/>
                <a:sym typeface="Century Gothic Paneuropean"/>
              </a:rPr>
              <a:t>Install drivers: </a:t>
            </a:r>
            <a:r>
              <a:rPr lang="en-US" sz="2800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Century Gothic Paneuropean"/>
                <a:sym typeface="Century Gothic Paneuropean"/>
              </a:rPr>
              <a:t>To set up essential software for hardware to function.</a:t>
            </a:r>
          </a:p>
          <a:p>
            <a:pPr marL="1943100" lvl="3" indent="-571500">
              <a:lnSpc>
                <a:spcPts val="5096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u="sng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Century Gothic Paneuropean"/>
                <a:sym typeface="Century Gothic Paneuropean"/>
              </a:rPr>
              <a:t>Format a disk: </a:t>
            </a:r>
            <a:r>
              <a:rPr lang="en-US" sz="2800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Century Gothic Paneuropean"/>
                <a:sym typeface="Century Gothic Paneuropean"/>
              </a:rPr>
              <a:t>To prepare a storage device for use by erasing all data and setting up a file system.</a:t>
            </a:r>
          </a:p>
          <a:p>
            <a:pPr marL="1943100" lvl="3" indent="-571500">
              <a:lnSpc>
                <a:spcPts val="5096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u="sng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Century Gothic Paneuropean"/>
                <a:sym typeface="Century Gothic Paneuropean"/>
              </a:rPr>
              <a:t>Optimize performance: </a:t>
            </a:r>
            <a:r>
              <a:rPr lang="en-US" sz="2800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Century Gothic Paneuropean"/>
                <a:sym typeface="Century Gothic Paneuropean"/>
              </a:rPr>
              <a:t>To adjust settings to make a system run more efficiently.</a:t>
            </a:r>
          </a:p>
          <a:p>
            <a:pPr marL="1943100" lvl="3" indent="-571500">
              <a:lnSpc>
                <a:spcPts val="5096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u="sng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Century Gothic Paneuropean"/>
                <a:sym typeface="Century Gothic Paneuropean"/>
              </a:rPr>
              <a:t>Backup files:</a:t>
            </a:r>
            <a:r>
              <a:rPr lang="en-US" sz="2800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Century Gothic Paneuropean"/>
                <a:sym typeface="Century Gothic Paneuropean"/>
              </a:rPr>
              <a:t> To create copies of important data to prevent loss.</a:t>
            </a:r>
          </a:p>
          <a:p>
            <a:pPr lvl="2">
              <a:lnSpc>
                <a:spcPts val="5096"/>
              </a:lnSpc>
              <a:spcBef>
                <a:spcPts val="1200"/>
              </a:spcBef>
            </a:pPr>
            <a:r>
              <a:rPr lang="en-US" sz="3640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Century Gothic Paneuropean"/>
                <a:sym typeface="Century Gothic Paneuropean"/>
              </a:rPr>
              <a:t> </a:t>
            </a:r>
            <a:r>
              <a:rPr lang="en-US" sz="3640" b="1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Century Gothic Paneuropean"/>
                <a:sym typeface="Century Gothic Paneuropean"/>
              </a:rPr>
              <a:t>Networks &amp; Security:</a:t>
            </a:r>
          </a:p>
          <a:p>
            <a:pPr marL="1943100" lvl="3" indent="-571500">
              <a:lnSpc>
                <a:spcPts val="5096"/>
              </a:lnSpc>
              <a:buFont typeface="Courier New" panose="02070309020205020404" pitchFamily="49" charset="0"/>
              <a:buChar char="o"/>
            </a:pPr>
            <a:r>
              <a:rPr lang="en-US" sz="2800" u="sng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Century Gothic Paneuropean"/>
                <a:sym typeface="Century Gothic Paneuropean"/>
              </a:rPr>
              <a:t>Secure a network</a:t>
            </a:r>
            <a:r>
              <a:rPr lang="en-US" sz="2800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Century Gothic Paneuropean"/>
                <a:sym typeface="Century Gothic Paneuropean"/>
              </a:rPr>
              <a:t>: To protect a network from unauthorized access.</a:t>
            </a:r>
          </a:p>
          <a:p>
            <a:pPr marL="1828800" lvl="3" indent="-457200">
              <a:lnSpc>
                <a:spcPts val="5096"/>
              </a:lnSpc>
              <a:buFont typeface="Courier New" panose="02070309020205020404" pitchFamily="49" charset="0"/>
              <a:buChar char="o"/>
            </a:pPr>
            <a:r>
              <a:rPr lang="en-US" sz="2800" u="sng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Century Gothic Paneuropean"/>
                <a:sym typeface="Century Gothic Paneuropean"/>
              </a:rPr>
              <a:t>Monitor traffic:</a:t>
            </a:r>
            <a:r>
              <a:rPr lang="en-US" sz="2800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Century Gothic Paneuropean"/>
                <a:sym typeface="Century Gothic Paneuropean"/>
              </a:rPr>
              <a:t> To track data flow within a network for analysis or security purposes.</a:t>
            </a:r>
          </a:p>
          <a:p>
            <a:pPr marL="1943100" lvl="3" indent="-571500">
              <a:lnSpc>
                <a:spcPts val="5096"/>
              </a:lnSpc>
              <a:buFont typeface="Courier New" panose="02070309020205020404" pitchFamily="49" charset="0"/>
              <a:buChar char="o"/>
            </a:pPr>
            <a:r>
              <a:rPr lang="en-US" sz="2800" u="sng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Century Gothic Paneuropean"/>
                <a:sym typeface="Century Gothic Paneuropean"/>
              </a:rPr>
              <a:t>Reset a password:</a:t>
            </a:r>
            <a:r>
              <a:rPr lang="en-US" sz="2800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Century Gothic Paneuropean"/>
                <a:sym typeface="Century Gothic Paneuropean"/>
              </a:rPr>
              <a:t> To change a password, often for security reasons.</a:t>
            </a:r>
          </a:p>
          <a:p>
            <a:pPr marL="1828800" lvl="3" indent="-457200">
              <a:lnSpc>
                <a:spcPts val="5096"/>
              </a:lnSpc>
              <a:buFont typeface="Courier New" panose="02070309020205020404" pitchFamily="49" charset="0"/>
              <a:buChar char="o"/>
            </a:pPr>
            <a:r>
              <a:rPr lang="en-US" sz="2800" u="sng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Century Gothic Paneuropean"/>
                <a:sym typeface="Century Gothic Paneuropean"/>
              </a:rPr>
              <a:t>Authenticate users: </a:t>
            </a:r>
            <a:r>
              <a:rPr lang="en-US" sz="2800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Century Gothic Paneuropean"/>
                <a:sym typeface="Century Gothic Paneuropean"/>
              </a:rPr>
              <a:t>To verify the identity of users accessing a system.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410898"/>
            <a:ext cx="16230600" cy="9389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2">
              <a:lnSpc>
                <a:spcPts val="5096"/>
              </a:lnSpc>
              <a:spcBef>
                <a:spcPts val="600"/>
              </a:spcBef>
            </a:pPr>
            <a:r>
              <a:rPr lang="en-US" sz="3640" b="1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Century Gothic Paneuropean"/>
                <a:sym typeface="Century Gothic Paneuropean"/>
              </a:rPr>
              <a:t> </a:t>
            </a:r>
            <a:r>
              <a:rPr lang="en-US" sz="3640" b="1" dirty="0">
                <a:solidFill>
                  <a:srgbClr val="000000"/>
                </a:solidFill>
                <a:latin typeface="Bookman Old Style" panose="02050604050505020204" pitchFamily="18" charset="0"/>
                <a:cs typeface="Century Gothic Paneuropean"/>
                <a:sym typeface="Century Gothic Paneuropean"/>
              </a:rPr>
              <a:t>Programming &amp; Development:</a:t>
            </a:r>
          </a:p>
          <a:p>
            <a:pPr marL="1828800" lvl="3" indent="-457200">
              <a:lnSpc>
                <a:spcPts val="5096"/>
              </a:lnSpc>
              <a:buFont typeface="Courier New" panose="02070309020205020404" pitchFamily="49" charset="0"/>
              <a:buChar char="o"/>
            </a:pPr>
            <a:r>
              <a:rPr lang="en-US" sz="2800" u="sng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Century Gothic Paneuropean"/>
                <a:sym typeface="Century Gothic Paneuropean"/>
              </a:rPr>
              <a:t>Refactor code: </a:t>
            </a:r>
            <a:r>
              <a:rPr lang="en-US" sz="2800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Century Gothic Paneuropean"/>
                <a:sym typeface="Century Gothic Paneuropean"/>
              </a:rPr>
              <a:t>To restructure existing code without changing its behavior to improve efficiency.</a:t>
            </a:r>
          </a:p>
          <a:p>
            <a:pPr marL="1828800" lvl="3" indent="-457200">
              <a:lnSpc>
                <a:spcPts val="5096"/>
              </a:lnSpc>
              <a:buFont typeface="Courier New" panose="02070309020205020404" pitchFamily="49" charset="0"/>
              <a:buChar char="o"/>
            </a:pPr>
            <a:r>
              <a:rPr lang="en-US" sz="2800" u="sng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Century Gothic Paneuropean"/>
                <a:sym typeface="Century Gothic Paneuropean"/>
              </a:rPr>
              <a:t>Implement features: </a:t>
            </a:r>
            <a:r>
              <a:rPr lang="en-US" sz="2800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Century Gothic Paneuropean"/>
                <a:sym typeface="Century Gothic Paneuropean"/>
              </a:rPr>
              <a:t>To integrate new functionalities into a software application.</a:t>
            </a:r>
          </a:p>
          <a:p>
            <a:pPr marL="1828800" lvl="3" indent="-457200">
              <a:lnSpc>
                <a:spcPts val="5096"/>
              </a:lnSpc>
              <a:buFont typeface="Courier New" panose="02070309020205020404" pitchFamily="49" charset="0"/>
              <a:buChar char="o"/>
            </a:pPr>
            <a:r>
              <a:rPr lang="en-US" sz="2800" u="sng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Century Gothic Paneuropean"/>
                <a:sym typeface="Century Gothic Paneuropean"/>
              </a:rPr>
              <a:t>Resolve conflicts:</a:t>
            </a:r>
            <a:r>
              <a:rPr lang="en-US" sz="2800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Century Gothic Paneuropean"/>
                <a:sym typeface="Century Gothic Paneuropean"/>
              </a:rPr>
              <a:t> To fix issues arising from overlapping or inconsistent code changes.</a:t>
            </a:r>
          </a:p>
          <a:p>
            <a:pPr marL="1828800" lvl="3" indent="-457200">
              <a:lnSpc>
                <a:spcPts val="5096"/>
              </a:lnSpc>
              <a:buFont typeface="Courier New" panose="02070309020205020404" pitchFamily="49" charset="0"/>
              <a:buChar char="o"/>
            </a:pPr>
            <a:r>
              <a:rPr lang="en-US" sz="2800" u="sng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Century Gothic Paneuropean"/>
                <a:sym typeface="Century Gothic Paneuropean"/>
              </a:rPr>
              <a:t>Compile a program:</a:t>
            </a:r>
            <a:r>
              <a:rPr lang="en-US" sz="2800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Century Gothic Paneuropean"/>
                <a:sym typeface="Century Gothic Paneuropean"/>
              </a:rPr>
              <a:t> To convert source code into executable code.</a:t>
            </a:r>
          </a:p>
          <a:p>
            <a:pPr lvl="3">
              <a:lnSpc>
                <a:spcPts val="5096"/>
              </a:lnSpc>
            </a:pPr>
            <a:endParaRPr lang="en-US" sz="2800" dirty="0">
              <a:solidFill>
                <a:srgbClr val="000000"/>
              </a:solidFill>
              <a:latin typeface="Bookman Old Style" panose="02050604050505020204" pitchFamily="18" charset="0"/>
              <a:ea typeface="Century Gothic Paneuropean"/>
              <a:cs typeface="Century Gothic Paneuropean"/>
              <a:sym typeface="Century Gothic Paneuropean"/>
            </a:endParaRPr>
          </a:p>
          <a:p>
            <a:pPr lvl="2">
              <a:lnSpc>
                <a:spcPts val="5096"/>
              </a:lnSpc>
            </a:pPr>
            <a:r>
              <a:rPr lang="en-US" sz="3640" b="1" dirty="0">
                <a:solidFill>
                  <a:srgbClr val="000000"/>
                </a:solidFill>
                <a:latin typeface="Bookman Old Style" panose="02050604050505020204" pitchFamily="18" charset="0"/>
                <a:cs typeface="Century Gothic Paneuropean"/>
                <a:sym typeface="Century Gothic Paneuropean"/>
              </a:rPr>
              <a:t> User Interaction:</a:t>
            </a:r>
            <a:endParaRPr lang="en-US" sz="3640" dirty="0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1828800" lvl="3" indent="-457200">
              <a:lnSpc>
                <a:spcPts val="5096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2800" u="sng" dirty="0">
                <a:solidFill>
                  <a:srgbClr val="000000"/>
                </a:solidFill>
                <a:latin typeface="Bookman Old Style" panose="02050604050505020204" pitchFamily="18" charset="0"/>
                <a:cs typeface="Century Gothic Paneuropean"/>
                <a:sym typeface="Century Gothic Paneuropean"/>
              </a:rPr>
              <a:t>Provide feedback:</a:t>
            </a:r>
            <a:r>
              <a:rPr lang="en-US" sz="2800" dirty="0">
                <a:solidFill>
                  <a:srgbClr val="000000"/>
                </a:solidFill>
                <a:latin typeface="Bookman Old Style" panose="02050604050505020204" pitchFamily="18" charset="0"/>
                <a:cs typeface="Century Gothic Paneuropean"/>
                <a:sym typeface="Century Gothic Paneuropean"/>
              </a:rPr>
              <a:t> To give responses or suggestions to improve a system or application.</a:t>
            </a:r>
          </a:p>
          <a:p>
            <a:pPr marL="1828800" lvl="3" indent="-457200">
              <a:lnSpc>
                <a:spcPts val="5096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2800" u="sng" dirty="0">
                <a:solidFill>
                  <a:srgbClr val="000000"/>
                </a:solidFill>
                <a:latin typeface="Bookman Old Style" panose="02050604050505020204" pitchFamily="18" charset="0"/>
                <a:cs typeface="Century Gothic Paneuropean"/>
                <a:sym typeface="Century Gothic Paneuropean"/>
              </a:rPr>
              <a:t>Submit a query:</a:t>
            </a:r>
            <a:r>
              <a:rPr lang="en-US" sz="2800" dirty="0">
                <a:solidFill>
                  <a:srgbClr val="000000"/>
                </a:solidFill>
                <a:latin typeface="Bookman Old Style" panose="02050604050505020204" pitchFamily="18" charset="0"/>
                <a:cs typeface="Century Gothic Paneuropean"/>
                <a:sym typeface="Century Gothic Paneuropean"/>
              </a:rPr>
              <a:t> To enter a search term or request in a database or search engine.</a:t>
            </a:r>
          </a:p>
          <a:p>
            <a:pPr marL="1828800" lvl="3" indent="-457200">
              <a:lnSpc>
                <a:spcPts val="5096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2800" u="sng" dirty="0">
                <a:solidFill>
                  <a:srgbClr val="000000"/>
                </a:solidFill>
                <a:latin typeface="Bookman Old Style" panose="02050604050505020204" pitchFamily="18" charset="0"/>
                <a:cs typeface="Century Gothic Paneuropean"/>
                <a:sym typeface="Century Gothic Paneuropean"/>
              </a:rPr>
              <a:t>Customize settings:</a:t>
            </a:r>
            <a:r>
              <a:rPr lang="en-US" sz="2800" dirty="0">
                <a:solidFill>
                  <a:srgbClr val="000000"/>
                </a:solidFill>
                <a:latin typeface="Bookman Old Style" panose="02050604050505020204" pitchFamily="18" charset="0"/>
                <a:cs typeface="Century Gothic Paneuropean"/>
                <a:sym typeface="Century Gothic Paneuropean"/>
              </a:rPr>
              <a:t> To change preferences in an application or system.</a:t>
            </a:r>
          </a:p>
          <a:p>
            <a:pPr marL="1828800" lvl="3" indent="-457200">
              <a:lnSpc>
                <a:spcPts val="5096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2800" u="sng" dirty="0">
                <a:solidFill>
                  <a:srgbClr val="000000"/>
                </a:solidFill>
                <a:latin typeface="Bookman Old Style" panose="02050604050505020204" pitchFamily="18" charset="0"/>
                <a:cs typeface="Century Gothic Paneuropean"/>
                <a:sym typeface="Century Gothic Paneuropean"/>
              </a:rPr>
              <a:t>Log out securely:</a:t>
            </a:r>
            <a:r>
              <a:rPr lang="en-US" sz="2800" dirty="0">
                <a:solidFill>
                  <a:srgbClr val="000000"/>
                </a:solidFill>
                <a:latin typeface="Bookman Old Style" panose="02050604050505020204" pitchFamily="18" charset="0"/>
                <a:cs typeface="Century Gothic Paneuropean"/>
                <a:sym typeface="Century Gothic Paneuropean"/>
              </a:rPr>
              <a:t> To safely exit a session to prevent unauthorized access.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362200" y="822241"/>
            <a:ext cx="12823110" cy="649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96"/>
              </a:lnSpc>
            </a:pPr>
            <a:r>
              <a:rPr lang="en-US" sz="3640" b="1" u="sng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Century Gothic Paneuropean"/>
                <a:sym typeface="Century Gothic Paneuropean"/>
              </a:rPr>
              <a:t>Why Collocations Matter</a:t>
            </a:r>
          </a:p>
          <a:p>
            <a:pPr algn="ctr">
              <a:lnSpc>
                <a:spcPts val="5096"/>
              </a:lnSpc>
            </a:pPr>
            <a:endParaRPr lang="en-US" sz="3640" b="1" u="sng" dirty="0">
              <a:solidFill>
                <a:srgbClr val="000000"/>
              </a:solidFill>
              <a:latin typeface="Bookman Old Style" panose="02050604050505020204" pitchFamily="18" charset="0"/>
              <a:ea typeface="Century Gothic Paneuropean"/>
              <a:cs typeface="Century Gothic Paneuropean"/>
              <a:sym typeface="Century Gothic Paneuropean"/>
            </a:endParaRPr>
          </a:p>
          <a:p>
            <a:pPr marL="742950" indent="-742950" algn="just">
              <a:lnSpc>
                <a:spcPts val="5096"/>
              </a:lnSpc>
              <a:buFont typeface="+mj-lt"/>
              <a:buAutoNum type="arabicPeriod"/>
            </a:pPr>
            <a:r>
              <a:rPr lang="en-US" sz="2800" b="1" u="sng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Century Gothic Paneuropean"/>
                <a:sym typeface="Century Gothic Paneuropean"/>
              </a:rPr>
              <a:t>Clarity:</a:t>
            </a:r>
            <a:r>
              <a:rPr lang="en-US" sz="2800" b="1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Century Gothic Paneuropean"/>
                <a:sym typeface="Century Gothic Paneuropean"/>
              </a:rPr>
              <a:t>Using appropriate collocations ensures clarity in communication, especially in a technical environment.</a:t>
            </a:r>
          </a:p>
          <a:p>
            <a:pPr marL="742950" indent="-742950" algn="just">
              <a:lnSpc>
                <a:spcPts val="5096"/>
              </a:lnSpc>
              <a:buFont typeface="+mj-lt"/>
              <a:buAutoNum type="arabicPeriod"/>
            </a:pPr>
            <a:endParaRPr lang="en-US" sz="2800" dirty="0">
              <a:solidFill>
                <a:srgbClr val="000000"/>
              </a:solidFill>
              <a:latin typeface="Bookman Old Style" panose="02050604050505020204" pitchFamily="18" charset="0"/>
              <a:ea typeface="Century Gothic Paneuropean"/>
              <a:cs typeface="Century Gothic Paneuropean"/>
              <a:sym typeface="Century Gothic Paneuropean"/>
            </a:endParaRPr>
          </a:p>
          <a:p>
            <a:pPr marL="742950" indent="-742950" algn="just">
              <a:lnSpc>
                <a:spcPts val="5096"/>
              </a:lnSpc>
              <a:buFont typeface="+mj-lt"/>
              <a:buAutoNum type="arabicPeriod"/>
            </a:pPr>
            <a:r>
              <a:rPr lang="en-US" sz="2800" b="1" u="sng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Century Gothic Paneuropean"/>
                <a:sym typeface="Century Gothic Paneuropean"/>
              </a:rPr>
              <a:t>Fluency:</a:t>
            </a:r>
            <a:r>
              <a:rPr lang="en-US" sz="2800" b="1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Century Gothic Paneuropean"/>
                <a:sym typeface="Century Gothic Paneuropean"/>
              </a:rPr>
              <a:t>Collocations contribute to more natural and professional language use.</a:t>
            </a:r>
          </a:p>
          <a:p>
            <a:pPr marL="742950" indent="-742950" algn="just">
              <a:lnSpc>
                <a:spcPts val="5096"/>
              </a:lnSpc>
              <a:buFont typeface="+mj-lt"/>
              <a:buAutoNum type="arabicPeriod"/>
            </a:pPr>
            <a:endParaRPr lang="en-US" sz="2800" dirty="0">
              <a:solidFill>
                <a:srgbClr val="000000"/>
              </a:solidFill>
              <a:latin typeface="Bookman Old Style" panose="02050604050505020204" pitchFamily="18" charset="0"/>
              <a:ea typeface="Century Gothic Paneuropean"/>
              <a:cs typeface="Century Gothic Paneuropean"/>
              <a:sym typeface="Century Gothic Paneuropean"/>
            </a:endParaRPr>
          </a:p>
          <a:p>
            <a:pPr marL="742950" indent="-742950" algn="just">
              <a:lnSpc>
                <a:spcPts val="5096"/>
              </a:lnSpc>
              <a:buFont typeface="+mj-lt"/>
              <a:buAutoNum type="arabicPeriod"/>
            </a:pPr>
            <a:r>
              <a:rPr lang="en-US" sz="2800" b="1" u="sng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Century Gothic Paneuropean"/>
                <a:sym typeface="Century Gothic Paneuropean"/>
              </a:rPr>
              <a:t>Precision:</a:t>
            </a:r>
            <a:r>
              <a:rPr lang="en-US" sz="2800" b="1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Bookman Old Style" panose="02050604050505020204" pitchFamily="18" charset="0"/>
                <a:ea typeface="Century Gothic Paneuropean"/>
                <a:cs typeface="Century Gothic Paneuropean"/>
                <a:sym typeface="Century Gothic Paneuropean"/>
              </a:rPr>
              <a:t>Specific word combinations convey precise meanings essential for technical descriptions</a:t>
            </a:r>
            <a:r>
              <a:rPr lang="en-US" sz="3640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E47DC2F-9339-B9F3-CD3A-1F6A0FFAE13B}"/>
              </a:ext>
            </a:extLst>
          </p:cNvPr>
          <p:cNvSpPr txBox="1"/>
          <p:nvPr/>
        </p:nvSpPr>
        <p:spPr>
          <a:xfrm>
            <a:off x="2133600" y="952500"/>
            <a:ext cx="14429479" cy="7986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Exercise 1: Fill in the Blanks Fill in the blanks with appropriate collocations from the list</a:t>
            </a:r>
          </a:p>
          <a:p>
            <a:r>
              <a:rPr lang="en-IN" sz="2800" b="1" dirty="0"/>
              <a:t>below:</a:t>
            </a:r>
          </a:p>
          <a:p>
            <a:endParaRPr lang="en-IN" sz="2800" dirty="0"/>
          </a:p>
          <a:p>
            <a:pPr>
              <a:spcBef>
                <a:spcPts val="600"/>
              </a:spcBef>
            </a:pPr>
            <a:r>
              <a:rPr lang="en-IN" sz="2800" dirty="0"/>
              <a:t>1. To ensure security, always _______________________________________ your data.</a:t>
            </a:r>
          </a:p>
          <a:p>
            <a:pPr>
              <a:spcBef>
                <a:spcPts val="600"/>
              </a:spcBef>
            </a:pPr>
            <a:r>
              <a:rPr lang="en-IN" sz="2800" dirty="0"/>
              <a:t>2. Before releasing a new feature, developers must _____________________________</a:t>
            </a:r>
          </a:p>
          <a:p>
            <a:pPr>
              <a:spcBef>
                <a:spcPts val="600"/>
              </a:spcBef>
            </a:pPr>
            <a:r>
              <a:rPr lang="en-IN" sz="2800" dirty="0"/>
              <a:t>the application.</a:t>
            </a:r>
          </a:p>
          <a:p>
            <a:pPr>
              <a:spcBef>
                <a:spcPts val="600"/>
              </a:spcBef>
            </a:pPr>
            <a:r>
              <a:rPr lang="en-IN" sz="2800" dirty="0"/>
              <a:t>3. You can __________________________________________ the settings to suit your</a:t>
            </a:r>
          </a:p>
          <a:p>
            <a:pPr>
              <a:spcBef>
                <a:spcPts val="600"/>
              </a:spcBef>
            </a:pPr>
            <a:r>
              <a:rPr lang="en-IN" sz="2800" dirty="0"/>
              <a:t>preferences.</a:t>
            </a:r>
          </a:p>
          <a:p>
            <a:pPr>
              <a:spcBef>
                <a:spcPts val="600"/>
              </a:spcBef>
            </a:pPr>
            <a:r>
              <a:rPr lang="en-IN" sz="2800" dirty="0"/>
              <a:t>4. The IT department is responsible for _____________________________ the servers</a:t>
            </a:r>
          </a:p>
          <a:p>
            <a:pPr>
              <a:spcBef>
                <a:spcPts val="600"/>
              </a:spcBef>
            </a:pPr>
            <a:r>
              <a:rPr lang="en-IN" sz="2800" dirty="0"/>
              <a:t>regularly.</a:t>
            </a:r>
          </a:p>
          <a:p>
            <a:pPr>
              <a:spcBef>
                <a:spcPts val="600"/>
              </a:spcBef>
            </a:pPr>
            <a:r>
              <a:rPr lang="en-IN" sz="2800" dirty="0"/>
              <a:t>5. The team worked hard to ______________________ the solution before the deadline.</a:t>
            </a:r>
          </a:p>
          <a:p>
            <a:pPr>
              <a:spcBef>
                <a:spcPts val="600"/>
              </a:spcBef>
            </a:pPr>
            <a:r>
              <a:rPr lang="en-IN" sz="2800" dirty="0"/>
              <a:t>6. It is essential to _____________________________ the software to the latest version.</a:t>
            </a:r>
          </a:p>
          <a:p>
            <a:pPr>
              <a:spcBef>
                <a:spcPts val="600"/>
              </a:spcBef>
            </a:pPr>
            <a:r>
              <a:rPr lang="en-IN" sz="2800" dirty="0"/>
              <a:t>7. To access the service, first _________________________________ your credentials.</a:t>
            </a:r>
          </a:p>
          <a:p>
            <a:pPr>
              <a:spcBef>
                <a:spcPts val="600"/>
              </a:spcBef>
            </a:pPr>
            <a:r>
              <a:rPr lang="en-IN" sz="2800" dirty="0"/>
              <a:t>8. Always __________________________ a backup before making significant changes.</a:t>
            </a:r>
          </a:p>
          <a:p>
            <a:pPr>
              <a:spcBef>
                <a:spcPts val="600"/>
              </a:spcBef>
            </a:pPr>
            <a:r>
              <a:rPr lang="en-IN" sz="2800" dirty="0"/>
              <a:t>9. The network administrator needs to __________________ a connection to the server.</a:t>
            </a:r>
          </a:p>
          <a:p>
            <a:pPr>
              <a:spcBef>
                <a:spcPts val="600"/>
              </a:spcBef>
            </a:pPr>
            <a:r>
              <a:rPr lang="en-IN" sz="2800" dirty="0"/>
              <a:t>10. Developers aim to ____________________________ code that is clean and efficient.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01572C-6B9E-415F-ABFF-BD1EA20E5287}"/>
              </a:ext>
            </a:extLst>
          </p:cNvPr>
          <p:cNvSpPr txBox="1"/>
          <p:nvPr/>
        </p:nvSpPr>
        <p:spPr>
          <a:xfrm>
            <a:off x="8915400" y="2247900"/>
            <a:ext cx="25907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Bookman Old Style" panose="02050604050505020204" pitchFamily="18" charset="0"/>
              </a:rPr>
              <a:t>encrypt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C47E21-E473-4F22-A1F0-2B2E68067A8D}"/>
              </a:ext>
            </a:extLst>
          </p:cNvPr>
          <p:cNvSpPr txBox="1"/>
          <p:nvPr/>
        </p:nvSpPr>
        <p:spPr>
          <a:xfrm>
            <a:off x="11887200" y="2781300"/>
            <a:ext cx="11931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Bookman Old Style" panose="02050604050505020204" pitchFamily="18" charset="0"/>
              </a:rPr>
              <a:t>test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65F0A1-EB76-48B9-BE2F-DB4057CCC67C}"/>
              </a:ext>
            </a:extLst>
          </p:cNvPr>
          <p:cNvSpPr txBox="1"/>
          <p:nvPr/>
        </p:nvSpPr>
        <p:spPr>
          <a:xfrm>
            <a:off x="5410200" y="3771900"/>
            <a:ext cx="2667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2800" b="1" dirty="0">
                <a:latin typeface="Bookman Old Style" panose="02050604050505020204" pitchFamily="18" charset="0"/>
              </a:rPr>
              <a:t>customize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A5CF98-EC76-4ECE-B443-F673BB162B57}"/>
              </a:ext>
            </a:extLst>
          </p:cNvPr>
          <p:cNvSpPr txBox="1"/>
          <p:nvPr/>
        </p:nvSpPr>
        <p:spPr>
          <a:xfrm>
            <a:off x="9448800" y="4762500"/>
            <a:ext cx="29587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Bookman Old Style" panose="02050604050505020204" pitchFamily="18" charset="0"/>
              </a:rPr>
              <a:t>maintaining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AF7687-9C2F-427E-A059-065F12C77003}"/>
              </a:ext>
            </a:extLst>
          </p:cNvPr>
          <p:cNvSpPr txBox="1"/>
          <p:nvPr/>
        </p:nvSpPr>
        <p:spPr>
          <a:xfrm>
            <a:off x="7684949" y="5753100"/>
            <a:ext cx="24609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Bookman Old Style" panose="02050604050505020204" pitchFamily="18" charset="0"/>
              </a:rPr>
              <a:t>finalize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07161D-67B4-455C-A327-0AEF4992E038}"/>
              </a:ext>
            </a:extLst>
          </p:cNvPr>
          <p:cNvSpPr txBox="1"/>
          <p:nvPr/>
        </p:nvSpPr>
        <p:spPr>
          <a:xfrm>
            <a:off x="7016905" y="6296680"/>
            <a:ext cx="21205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Bookman Old Style" panose="02050604050505020204" pitchFamily="18" charset="0"/>
              </a:rPr>
              <a:t>update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E919A9-3E73-4524-9CD1-818F544D230A}"/>
              </a:ext>
            </a:extLst>
          </p:cNvPr>
          <p:cNvSpPr txBox="1"/>
          <p:nvPr/>
        </p:nvSpPr>
        <p:spPr>
          <a:xfrm>
            <a:off x="8686800" y="6819900"/>
            <a:ext cx="24609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Bookman Old Style" panose="02050604050505020204" pitchFamily="18" charset="0"/>
              </a:rPr>
              <a:t>enter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2E6761-E9C8-4E1F-9BDA-DB89748756D1}"/>
              </a:ext>
            </a:extLst>
          </p:cNvPr>
          <p:cNvSpPr txBox="1"/>
          <p:nvPr/>
        </p:nvSpPr>
        <p:spPr>
          <a:xfrm>
            <a:off x="5029200" y="7277100"/>
            <a:ext cx="24609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Bookman Old Style" panose="02050604050505020204" pitchFamily="18" charset="0"/>
              </a:rPr>
              <a:t>perform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E9093A-DA25-471C-848B-E348765F28CE}"/>
              </a:ext>
            </a:extLst>
          </p:cNvPr>
          <p:cNvSpPr txBox="1"/>
          <p:nvPr/>
        </p:nvSpPr>
        <p:spPr>
          <a:xfrm>
            <a:off x="8731404" y="7810500"/>
            <a:ext cx="29587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Bookman Old Style" panose="02050604050505020204" pitchFamily="18" charset="0"/>
              </a:rPr>
              <a:t>establish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E86051-8187-4BE2-833B-A7158E6DB07B}"/>
              </a:ext>
            </a:extLst>
          </p:cNvPr>
          <p:cNvSpPr txBox="1"/>
          <p:nvPr/>
        </p:nvSpPr>
        <p:spPr>
          <a:xfrm>
            <a:off x="7239000" y="8343900"/>
            <a:ext cx="24609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Bookman Old Style" panose="02050604050505020204" pitchFamily="18" charset="0"/>
              </a:rPr>
              <a:t>write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9" grpId="0"/>
      <p:bldP spid="21" grpId="0"/>
      <p:bldP spid="23" grpId="0"/>
      <p:bldP spid="25" grpId="0"/>
      <p:bldP spid="27" grpId="0"/>
      <p:bldP spid="29" grpId="0"/>
      <p:bldP spid="31" grpId="0"/>
      <p:bldP spid="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F7267A1A-DEA7-4046-8164-D5D98F5B5A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510045"/>
            <a:ext cx="11856484" cy="85186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5DA4A6A7-A011-4845-9FED-CA7F4F53018E}"/>
              </a:ext>
            </a:extLst>
          </p:cNvPr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27695FE-569C-4CDC-8A23-7C447C5D21A0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976232-9FDA-4858-953A-5B0FC5E861E4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A047AAF7-3A10-4D89-85A9-08830F28995B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E340B97-1F19-43F1-A4B6-8A603D29B45F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ED0ACC7-64DA-40FC-8BB2-D9826F490F99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F12E402C-076A-4FE6-91DF-E62282C99D5F}"/>
              </a:ext>
            </a:extLst>
          </p:cNvPr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6D116B46-C76F-4859-B417-680896C3C800}"/>
              </a:ext>
            </a:extLst>
          </p:cNvPr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C84AB60-1648-4907-B584-7D309EAA560A}"/>
              </a:ext>
            </a:extLst>
          </p:cNvPr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4836D11-A777-457A-A57B-1A5132F98942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0130D186-4734-41FB-B20A-10BA05EC281B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FB28B4D7-82F5-4B2A-8CDE-13F6319954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9471" y="723900"/>
            <a:ext cx="14473662" cy="829007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963CDFB-6B14-42A0-A1C3-438185C13EB1}"/>
              </a:ext>
            </a:extLst>
          </p:cNvPr>
          <p:cNvSpPr txBox="1"/>
          <p:nvPr/>
        </p:nvSpPr>
        <p:spPr>
          <a:xfrm>
            <a:off x="11125200" y="2400300"/>
            <a:ext cx="2667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latin typeface="Bookman Old Style" panose="02050604050505020204" pitchFamily="18" charset="0"/>
              </a:rPr>
              <a:t>--  </a:t>
            </a:r>
            <a:r>
              <a:rPr lang="en-IN" sz="2200" b="1" u="sng" dirty="0">
                <a:latin typeface="Bookman Old Style" panose="02050604050505020204" pitchFamily="18" charset="0"/>
              </a:rPr>
              <a:t>troubleshoot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F0EC920-65B4-4208-BC03-885D5FC08A66}"/>
              </a:ext>
            </a:extLst>
          </p:cNvPr>
          <p:cNvCxnSpPr/>
          <p:nvPr/>
        </p:nvCxnSpPr>
        <p:spPr>
          <a:xfrm>
            <a:off x="4443761" y="2615743"/>
            <a:ext cx="14478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B473B09-4AD7-4353-972D-C5F31BDDEEA0}"/>
              </a:ext>
            </a:extLst>
          </p:cNvPr>
          <p:cNvSpPr txBox="1"/>
          <p:nvPr/>
        </p:nvSpPr>
        <p:spPr>
          <a:xfrm>
            <a:off x="12121376" y="2857500"/>
            <a:ext cx="16633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--  </a:t>
            </a:r>
            <a:r>
              <a:rPr lang="en-IN" sz="2200" b="1" u="sng" dirty="0">
                <a:latin typeface="Bookman Old Style" panose="02050604050505020204" pitchFamily="18" charset="0"/>
              </a:rPr>
              <a:t>made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B0F15E5-A01D-4294-87B7-8C106FBC1638}"/>
              </a:ext>
            </a:extLst>
          </p:cNvPr>
          <p:cNvCxnSpPr>
            <a:cxnSpLocks/>
          </p:cNvCxnSpPr>
          <p:nvPr/>
        </p:nvCxnSpPr>
        <p:spPr>
          <a:xfrm>
            <a:off x="5215054" y="3089412"/>
            <a:ext cx="832625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B94543A-62C5-4721-AE3E-68B64D01DAAD}"/>
              </a:ext>
            </a:extLst>
          </p:cNvPr>
          <p:cNvSpPr txBox="1"/>
          <p:nvPr/>
        </p:nvSpPr>
        <p:spPr>
          <a:xfrm>
            <a:off x="12458700" y="3314700"/>
            <a:ext cx="18919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--  </a:t>
            </a:r>
            <a:r>
              <a:rPr lang="en-IN" sz="2200" b="1" u="sng" dirty="0">
                <a:latin typeface="Bookman Old Style" panose="02050604050505020204" pitchFamily="18" charset="0"/>
              </a:rPr>
              <a:t>running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07B0CAE-F9F5-44BB-81D6-1EA8B58F1D80}"/>
              </a:ext>
            </a:extLst>
          </p:cNvPr>
          <p:cNvCxnSpPr>
            <a:cxnSpLocks/>
          </p:cNvCxnSpPr>
          <p:nvPr/>
        </p:nvCxnSpPr>
        <p:spPr>
          <a:xfrm>
            <a:off x="10708887" y="3543300"/>
            <a:ext cx="832625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6A578C8-6931-42E0-BBAE-D7FD3A15035D}"/>
              </a:ext>
            </a:extLst>
          </p:cNvPr>
          <p:cNvSpPr txBox="1"/>
          <p:nvPr/>
        </p:nvSpPr>
        <p:spPr>
          <a:xfrm>
            <a:off x="9753602" y="3836419"/>
            <a:ext cx="37969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</a:lstStyle>
          <a:p>
            <a:r>
              <a:rPr lang="en-IN" dirty="0"/>
              <a:t>--  </a:t>
            </a:r>
            <a:r>
              <a:rPr lang="en-IN" sz="2200" b="1" u="sng" dirty="0">
                <a:latin typeface="Bookman Old Style" panose="02050604050505020204" pitchFamily="18" charset="0"/>
              </a:rPr>
              <a:t>encrypted the data</a:t>
            </a:r>
            <a:r>
              <a:rPr lang="en-IN" dirty="0"/>
              <a:t>.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DA5EC98-5171-41D8-B67F-C637CBACBBBC}"/>
              </a:ext>
            </a:extLst>
          </p:cNvPr>
          <p:cNvCxnSpPr>
            <a:cxnSpLocks/>
          </p:cNvCxnSpPr>
          <p:nvPr/>
        </p:nvCxnSpPr>
        <p:spPr>
          <a:xfrm>
            <a:off x="4491154" y="4076291"/>
            <a:ext cx="4043246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1975EB1-D416-44D2-93EC-9C13BC7FA504}"/>
              </a:ext>
            </a:extLst>
          </p:cNvPr>
          <p:cNvSpPr txBox="1"/>
          <p:nvPr/>
        </p:nvSpPr>
        <p:spPr>
          <a:xfrm>
            <a:off x="12121376" y="4336352"/>
            <a:ext cx="19681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u="sng" dirty="0">
                <a:latin typeface="Bookman Old Style" panose="02050604050505020204" pitchFamily="18" charset="0"/>
              </a:rPr>
              <a:t>issue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AF0A6C1-AC3B-452D-B1D1-BA47AC2EED91}"/>
              </a:ext>
            </a:extLst>
          </p:cNvPr>
          <p:cNvSpPr txBox="1"/>
          <p:nvPr/>
        </p:nvSpPr>
        <p:spPr>
          <a:xfrm>
            <a:off x="13290872" y="4319932"/>
            <a:ext cx="306765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u="sng" dirty="0">
                <a:latin typeface="Bookman Old Style" panose="02050604050505020204" pitchFamily="18" charset="0"/>
              </a:rPr>
              <a:t>and the application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FF94E03-1FC2-4EF2-ADF5-1025B7719E4C}"/>
              </a:ext>
            </a:extLst>
          </p:cNvPr>
          <p:cNvCxnSpPr/>
          <p:nvPr/>
        </p:nvCxnSpPr>
        <p:spPr>
          <a:xfrm>
            <a:off x="4634261" y="4533900"/>
            <a:ext cx="14478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61C457A-1995-45E9-A0EF-66344D171616}"/>
              </a:ext>
            </a:extLst>
          </p:cNvPr>
          <p:cNvCxnSpPr>
            <a:cxnSpLocks/>
          </p:cNvCxnSpPr>
          <p:nvPr/>
        </p:nvCxnSpPr>
        <p:spPr>
          <a:xfrm>
            <a:off x="8153400" y="4533900"/>
            <a:ext cx="338874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1735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  <p:bldP spid="31" grpId="0"/>
      <p:bldP spid="34" grpId="0"/>
      <p:bldP spid="38" grpId="0"/>
      <p:bldP spid="4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78EA017C-6D71-441C-BBD0-154A8B633EC0}"/>
              </a:ext>
            </a:extLst>
          </p:cNvPr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92F165A0-9DD6-4D1A-9AC8-346197ABAF8C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4E875800-0F6A-46DE-B740-FA9B659EDB56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7459D989-3C2E-4CA6-8727-A3D48D6C060C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6CB412A1-136F-43F2-8190-D9EABFBDE3F8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63E771F5-A92E-4E90-807A-51EEEA22E4A4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11">
            <a:extLst>
              <a:ext uri="{FF2B5EF4-FFF2-40B4-BE49-F238E27FC236}">
                <a16:creationId xmlns:a16="http://schemas.microsoft.com/office/drawing/2014/main" id="{30E5E091-CEEF-4F9C-905B-94AFB6089C2A}"/>
              </a:ext>
            </a:extLst>
          </p:cNvPr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0B1B965F-9024-43C7-9B91-4968BC929FBD}"/>
              </a:ext>
            </a:extLst>
          </p:cNvPr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3">
            <a:extLst>
              <a:ext uri="{FF2B5EF4-FFF2-40B4-BE49-F238E27FC236}">
                <a16:creationId xmlns:a16="http://schemas.microsoft.com/office/drawing/2014/main" id="{299549B0-8778-4DC0-A0A9-0C61CA0196E1}"/>
              </a:ext>
            </a:extLst>
          </p:cNvPr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9AE04168-5290-4706-A672-0776BA8B5AAC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5">
              <a:extLst>
                <a:ext uri="{FF2B5EF4-FFF2-40B4-BE49-F238E27FC236}">
                  <a16:creationId xmlns:a16="http://schemas.microsoft.com/office/drawing/2014/main" id="{1921429F-EDAB-48BE-AEAE-E4581AF2B0CF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CDC5154-E37D-4F0D-856A-9E8FF0DE7664}"/>
              </a:ext>
            </a:extLst>
          </p:cNvPr>
          <p:cNvSpPr txBox="1"/>
          <p:nvPr/>
        </p:nvSpPr>
        <p:spPr>
          <a:xfrm>
            <a:off x="4095763" y="704385"/>
            <a:ext cx="12623180" cy="804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92966" lvl="1">
              <a:lnSpc>
                <a:spcPts val="5096"/>
              </a:lnSpc>
            </a:pPr>
            <a:r>
              <a:rPr lang="en-IN" sz="7200" u="sng" dirty="0">
                <a:solidFill>
                  <a:srgbClr val="000000"/>
                </a:solidFill>
                <a:latin typeface="Cooper Black" panose="0208090404030B020404" pitchFamily="18" charset="0"/>
                <a:cs typeface="Century Gothic Paneuropean"/>
              </a:rPr>
              <a:t>Phrases and Idioms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BA6F39-2DAA-4C77-8CBC-95B015491D4B}"/>
              </a:ext>
            </a:extLst>
          </p:cNvPr>
          <p:cNvSpPr txBox="1"/>
          <p:nvPr/>
        </p:nvSpPr>
        <p:spPr>
          <a:xfrm>
            <a:off x="1702421" y="1746345"/>
            <a:ext cx="1447958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Bookman Old Style" panose="02050604050505020204" pitchFamily="18" charset="0"/>
              </a:rPr>
              <a:t>An idiom is a phrase or a group of words that has a non literal (metaphorical) meaning which is accepted in common usage.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Bookman Old Style" panose="020506040505050202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Bookman Old Style" panose="02050604050505020204" pitchFamily="18" charset="0"/>
              </a:rPr>
              <a:t>Idioms are expressions that demonstrate human behaviors, reactions to certain things, social traits, habits, and traditions.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Bookman Old Style" panose="020506040505050202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Bookman Old Style" panose="02050604050505020204" pitchFamily="18" charset="0"/>
              </a:rPr>
              <a:t>An idiom's symbolic sense is quite different from the literal meaning or definition of the words of which it is made. </a:t>
            </a:r>
            <a:endParaRPr lang="en-IN" sz="2800" dirty="0">
              <a:latin typeface="Bookman Old Style" panose="020506040505050202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BAF27E-F0F1-46AE-A618-423FB99A92B7}"/>
              </a:ext>
            </a:extLst>
          </p:cNvPr>
          <p:cNvSpPr txBox="1"/>
          <p:nvPr/>
        </p:nvSpPr>
        <p:spPr>
          <a:xfrm>
            <a:off x="1704281" y="5523669"/>
            <a:ext cx="1447958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Bookman Old Style" panose="02050604050505020204" pitchFamily="18" charset="0"/>
              </a:rPr>
              <a:t>For example, </a:t>
            </a:r>
            <a:r>
              <a:rPr lang="en-US" sz="2800" b="1" dirty="0">
                <a:latin typeface="Bookman Old Style" panose="02050604050505020204" pitchFamily="18" charset="0"/>
              </a:rPr>
              <a:t>‘A hot potato’, </a:t>
            </a:r>
            <a:r>
              <a:rPr lang="en-US" sz="2800" dirty="0">
                <a:latin typeface="Bookman Old Style" panose="02050604050505020204" pitchFamily="18" charset="0"/>
              </a:rPr>
              <a:t>can be interpreted as a potato that is hot. But the actual (metaphorical) meaning of ‘a hot potato’ is to speak of an issue which many people are talking about and which is usually disputed.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Bookman Old Style" panose="020506040505050202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Bookman Old Style" panose="02050604050505020204" pitchFamily="18" charset="0"/>
              </a:rPr>
              <a:t>Non-native speakers may not understand idioms easily because their meanings are usually metaphorical.</a:t>
            </a:r>
            <a:endParaRPr lang="en-IN" sz="2800" dirty="0">
              <a:latin typeface="Bookman Old Style" panose="020506040505050202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37803FF-4D48-4280-8715-4622A19A2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04111" y="7850623"/>
            <a:ext cx="2157490" cy="18808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BFA9F9E-3BE5-435C-989C-1204E34EBB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8024" y="-275038"/>
            <a:ext cx="2014832" cy="198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002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9B0D7378-F5DF-415E-8C32-521F0D573DFA}"/>
              </a:ext>
            </a:extLst>
          </p:cNvPr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294DDFE0-E9F2-4673-A7CE-AECE12F42A16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0FB56E36-F173-47E6-852E-628FB10B3C00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CC9BA02D-24B3-4EE0-89A4-1DFBE27231CB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DBB53BC6-446A-42FE-88C6-A5835F9C863F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F895EBC3-C889-4EEC-9285-EDBED9582E9D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11">
            <a:extLst>
              <a:ext uri="{FF2B5EF4-FFF2-40B4-BE49-F238E27FC236}">
                <a16:creationId xmlns:a16="http://schemas.microsoft.com/office/drawing/2014/main" id="{172B1B9D-5506-47D3-B8EC-9E38908C2555}"/>
              </a:ext>
            </a:extLst>
          </p:cNvPr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D6613DB8-A0F5-4AC9-823E-1C46B54F2482}"/>
              </a:ext>
            </a:extLst>
          </p:cNvPr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3">
            <a:extLst>
              <a:ext uri="{FF2B5EF4-FFF2-40B4-BE49-F238E27FC236}">
                <a16:creationId xmlns:a16="http://schemas.microsoft.com/office/drawing/2014/main" id="{53C33DDB-F3AC-408E-8AD6-41AAFC3BFD9B}"/>
              </a:ext>
            </a:extLst>
          </p:cNvPr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70FDC74C-3164-43EB-B8FE-E66E73A45422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5">
              <a:extLst>
                <a:ext uri="{FF2B5EF4-FFF2-40B4-BE49-F238E27FC236}">
                  <a16:creationId xmlns:a16="http://schemas.microsoft.com/office/drawing/2014/main" id="{CFCB83A5-8AB9-4E96-BE30-9482BD31DA85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3BAE5549-EECB-4D2A-8EE3-2FDDD1BBFD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900" y="565605"/>
            <a:ext cx="13792200" cy="861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639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DE5E143E-AFDC-4B32-BFBD-999C566FEAEE}"/>
              </a:ext>
            </a:extLst>
          </p:cNvPr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C6EB6FAA-1C25-4F2A-8A3A-070DD9DC027E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431ECEBF-4044-4E27-827E-C17E6E687185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A2E11C3B-9CAB-47FE-912F-CDC7FA3817D7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E1F682D2-312F-4BD9-ADBF-47133F95BA43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715E082C-21A8-4D4C-A521-2FB2BA5A1A37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11">
            <a:extLst>
              <a:ext uri="{FF2B5EF4-FFF2-40B4-BE49-F238E27FC236}">
                <a16:creationId xmlns:a16="http://schemas.microsoft.com/office/drawing/2014/main" id="{9C450500-0C5C-4465-A06F-A3950FF07047}"/>
              </a:ext>
            </a:extLst>
          </p:cNvPr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988F37BA-0209-401F-9575-D956D0C8613E}"/>
              </a:ext>
            </a:extLst>
          </p:cNvPr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3">
            <a:extLst>
              <a:ext uri="{FF2B5EF4-FFF2-40B4-BE49-F238E27FC236}">
                <a16:creationId xmlns:a16="http://schemas.microsoft.com/office/drawing/2014/main" id="{CDBE04F2-EC5B-4ADC-8612-3376E48F4761}"/>
              </a:ext>
            </a:extLst>
          </p:cNvPr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0A580B41-2078-412B-96C7-B324757D7892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5">
              <a:extLst>
                <a:ext uri="{FF2B5EF4-FFF2-40B4-BE49-F238E27FC236}">
                  <a16:creationId xmlns:a16="http://schemas.microsoft.com/office/drawing/2014/main" id="{19825C05-049B-4377-A897-D4A04C50B858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4FFBACE6-F3D5-4314-944E-3CA6F71992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222528"/>
            <a:ext cx="10972800" cy="10064472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A6518A4-B4E9-4C58-A775-8BDD86A631D6}"/>
              </a:ext>
            </a:extLst>
          </p:cNvPr>
          <p:cNvCxnSpPr>
            <a:cxnSpLocks/>
          </p:cNvCxnSpPr>
          <p:nvPr/>
        </p:nvCxnSpPr>
        <p:spPr>
          <a:xfrm>
            <a:off x="8915400" y="1966085"/>
            <a:ext cx="1447800" cy="65852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9EE26E0-68B2-44A7-B912-5FB1088BFC82}"/>
              </a:ext>
            </a:extLst>
          </p:cNvPr>
          <p:cNvCxnSpPr>
            <a:cxnSpLocks/>
          </p:cNvCxnSpPr>
          <p:nvPr/>
        </p:nvCxnSpPr>
        <p:spPr>
          <a:xfrm flipV="1">
            <a:off x="8648700" y="1333500"/>
            <a:ext cx="1714500" cy="234733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0F740B6-39D4-449E-857D-4DC721894D7A}"/>
              </a:ext>
            </a:extLst>
          </p:cNvPr>
          <p:cNvCxnSpPr>
            <a:cxnSpLocks/>
          </p:cNvCxnSpPr>
          <p:nvPr/>
        </p:nvCxnSpPr>
        <p:spPr>
          <a:xfrm>
            <a:off x="9372600" y="5812634"/>
            <a:ext cx="1005468" cy="1160848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BEF678B-3675-459C-B193-C50A2803C883}"/>
              </a:ext>
            </a:extLst>
          </p:cNvPr>
          <p:cNvCxnSpPr>
            <a:cxnSpLocks/>
          </p:cNvCxnSpPr>
          <p:nvPr/>
        </p:nvCxnSpPr>
        <p:spPr>
          <a:xfrm flipV="1">
            <a:off x="8648700" y="3680835"/>
            <a:ext cx="1714500" cy="2989173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F178BB2-1881-4838-8DD0-BBF524BBCF3D}"/>
              </a:ext>
            </a:extLst>
          </p:cNvPr>
          <p:cNvCxnSpPr>
            <a:cxnSpLocks/>
          </p:cNvCxnSpPr>
          <p:nvPr/>
        </p:nvCxnSpPr>
        <p:spPr>
          <a:xfrm flipV="1">
            <a:off x="8423930" y="5143500"/>
            <a:ext cx="2164039" cy="4113519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3418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50B4C794-E32E-470B-A1F4-7CF9259CFF4D}"/>
              </a:ext>
            </a:extLst>
          </p:cNvPr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9F807BC7-71FC-46C8-A025-B1460BDC5F99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90BB9BA7-AE2E-4DBE-B149-028F30C31055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D5F4DAA4-2643-468D-B619-6AB15BED8D14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EDBF47AE-9A95-4031-89FF-F43AABCEC1F6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8346102B-B606-488A-8E16-98CCD3B4D089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11">
            <a:extLst>
              <a:ext uri="{FF2B5EF4-FFF2-40B4-BE49-F238E27FC236}">
                <a16:creationId xmlns:a16="http://schemas.microsoft.com/office/drawing/2014/main" id="{EBB182E3-A48B-4CC9-9FB9-10A066620FBE}"/>
              </a:ext>
            </a:extLst>
          </p:cNvPr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5EC8821E-EF42-433A-A55C-EDCE7FF75161}"/>
              </a:ext>
            </a:extLst>
          </p:cNvPr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3">
            <a:extLst>
              <a:ext uri="{FF2B5EF4-FFF2-40B4-BE49-F238E27FC236}">
                <a16:creationId xmlns:a16="http://schemas.microsoft.com/office/drawing/2014/main" id="{5A3837A8-F559-4610-9BB6-FD040EACB914}"/>
              </a:ext>
            </a:extLst>
          </p:cNvPr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5B4B1AF2-542A-4DCA-801B-F52E8D644E8B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5">
              <a:extLst>
                <a:ext uri="{FF2B5EF4-FFF2-40B4-BE49-F238E27FC236}">
                  <a16:creationId xmlns:a16="http://schemas.microsoft.com/office/drawing/2014/main" id="{DCB28B9E-4E23-4028-A3C1-C0989D33011D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24D7C76A-CC38-44F5-A53B-A3047D8D6E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2447" y="381236"/>
            <a:ext cx="14236496" cy="90705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836A7B2-CA4C-4A6A-BE75-1FD32D6898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2391" y="1385785"/>
            <a:ext cx="283356" cy="48111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2A28C24-66F4-4187-85D3-44DD75C5D2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16604">
            <a:off x="2907489" y="1810635"/>
            <a:ext cx="1268340" cy="66625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5C870B0-13DB-45BD-82FB-637604337A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16604">
            <a:off x="3027903" y="3332412"/>
            <a:ext cx="1266537" cy="66531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2B13281-3B0B-4477-B560-6CD45B8A3A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16604">
            <a:off x="3031183" y="4818077"/>
            <a:ext cx="1266537" cy="66531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89A4BE4-AADA-49E5-8CA3-2CA518CC09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16604">
            <a:off x="3027902" y="7000201"/>
            <a:ext cx="1266537" cy="66531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7CA6206-4E9D-43D7-89A9-B5D61F5617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16604">
            <a:off x="3027901" y="8515769"/>
            <a:ext cx="1266537" cy="66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251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09EBD5CC-BC9F-4F3A-9763-D319D2857449}"/>
              </a:ext>
            </a:extLst>
          </p:cNvPr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B50CEE0B-5BA4-4C71-B269-DD963A6206AA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AE5B8EAC-0AF3-40F6-9361-F99D3664D1DE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ED5FD0F8-ABC5-473B-BA17-B283EE166466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F1E9531C-CCA5-4A44-9E5A-B445CD219BF3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13EE97EE-C669-4BD1-88AB-FEF2FA6686D8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11">
            <a:extLst>
              <a:ext uri="{FF2B5EF4-FFF2-40B4-BE49-F238E27FC236}">
                <a16:creationId xmlns:a16="http://schemas.microsoft.com/office/drawing/2014/main" id="{0E4107DD-0CA9-4C71-B474-3152478385BF}"/>
              </a:ext>
            </a:extLst>
          </p:cNvPr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0D9C63A5-C585-4000-9219-36DDB6F8BEF1}"/>
              </a:ext>
            </a:extLst>
          </p:cNvPr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3">
            <a:extLst>
              <a:ext uri="{FF2B5EF4-FFF2-40B4-BE49-F238E27FC236}">
                <a16:creationId xmlns:a16="http://schemas.microsoft.com/office/drawing/2014/main" id="{849808D5-6A48-4763-A5D7-8FBEBFFCC78B}"/>
              </a:ext>
            </a:extLst>
          </p:cNvPr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59C1D18B-C1FF-4BDB-94E7-BEAFCE7E0285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5">
              <a:extLst>
                <a:ext uri="{FF2B5EF4-FFF2-40B4-BE49-F238E27FC236}">
                  <a16:creationId xmlns:a16="http://schemas.microsoft.com/office/drawing/2014/main" id="{9DE085EC-EEC1-4DE4-83E4-3AEF51BEE665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92B7798C-9AB5-47D2-97C4-0A705C8F92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4062" y="359303"/>
            <a:ext cx="13563600" cy="92943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309A548-BA8E-4053-A2A6-A0B94635AF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16604">
            <a:off x="3041256" y="1063420"/>
            <a:ext cx="1266537" cy="66531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09A8F9-575F-4795-A6DF-6B88124F12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16604">
            <a:off x="3041256" y="2972930"/>
            <a:ext cx="1266537" cy="66531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4B0E993-8300-421C-BB18-5F926D52C6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16604">
            <a:off x="3056203" y="4219681"/>
            <a:ext cx="1266537" cy="66531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20B20C4-7C67-4A83-A7C7-8FBD643DEF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16604">
            <a:off x="3056204" y="6976886"/>
            <a:ext cx="1266537" cy="66531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6349976-B8BD-4263-8823-4A2A8940E4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16604">
            <a:off x="3041255" y="8558269"/>
            <a:ext cx="1266537" cy="66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67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F7123D43-D1D5-4F23-8BF7-A99222F434BF}"/>
              </a:ext>
            </a:extLst>
          </p:cNvPr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9A8DCCF3-C123-4B90-937E-68ECAA39F3A8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C14F6DB9-7B06-4405-B650-94AB4BD28882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56C527CD-F63B-47D6-89F7-A3B07F8A7DDD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F7209384-3E76-49CC-AD2C-3A41E1B36856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212CDBBA-4E09-4559-B279-D37B3E6F5693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11">
            <a:extLst>
              <a:ext uri="{FF2B5EF4-FFF2-40B4-BE49-F238E27FC236}">
                <a16:creationId xmlns:a16="http://schemas.microsoft.com/office/drawing/2014/main" id="{A0BA1E0D-D97F-4270-9ABD-C4BE942FE349}"/>
              </a:ext>
            </a:extLst>
          </p:cNvPr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CA65EF6D-EB72-46EF-A811-82D8D7A55A4A}"/>
              </a:ext>
            </a:extLst>
          </p:cNvPr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3">
            <a:extLst>
              <a:ext uri="{FF2B5EF4-FFF2-40B4-BE49-F238E27FC236}">
                <a16:creationId xmlns:a16="http://schemas.microsoft.com/office/drawing/2014/main" id="{32B0EC43-7625-4659-B2CA-9463D10D0EC6}"/>
              </a:ext>
            </a:extLst>
          </p:cNvPr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1B5E31D0-90C0-4C9F-8CB5-2929D4DFFCE5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5">
              <a:extLst>
                <a:ext uri="{FF2B5EF4-FFF2-40B4-BE49-F238E27FC236}">
                  <a16:creationId xmlns:a16="http://schemas.microsoft.com/office/drawing/2014/main" id="{258A64F5-B253-4700-8613-BE41D413BCCB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1C214513-2DCA-4F34-B7D4-983C29C4F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48" y="834936"/>
            <a:ext cx="12309552" cy="619010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DAE87D0-1717-4D8C-BC06-82920DDB5282}"/>
              </a:ext>
            </a:extLst>
          </p:cNvPr>
          <p:cNvSpPr txBox="1"/>
          <p:nvPr/>
        </p:nvSpPr>
        <p:spPr>
          <a:xfrm>
            <a:off x="9480628" y="1967014"/>
            <a:ext cx="28825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Bookman Old Style" panose="02050604050505020204" pitchFamily="18" charset="0"/>
              </a:rPr>
              <a:t>fully prepared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6AB569-3334-478A-881B-55E0FD3537F6}"/>
              </a:ext>
            </a:extLst>
          </p:cNvPr>
          <p:cNvSpPr txBox="1"/>
          <p:nvPr/>
        </p:nvSpPr>
        <p:spPr>
          <a:xfrm>
            <a:off x="9556828" y="2900507"/>
            <a:ext cx="27301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Bookman Old Style" panose="02050604050505020204" pitchFamily="18" charset="0"/>
              </a:rPr>
              <a:t>user-friendly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357993-8AB2-4F1A-97A3-27C120CA96A2}"/>
              </a:ext>
            </a:extLst>
          </p:cNvPr>
          <p:cNvSpPr txBox="1"/>
          <p:nvPr/>
        </p:nvSpPr>
        <p:spPr>
          <a:xfrm>
            <a:off x="9144000" y="3911134"/>
            <a:ext cx="57781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Bookman Old Style" panose="02050604050505020204" pitchFamily="18" charset="0"/>
              </a:rPr>
              <a:t>back to the drawing board</a:t>
            </a:r>
            <a:endParaRPr lang="en-IN" sz="2400" b="1" dirty="0">
              <a:latin typeface="Bookman Old Style" panose="020506040505050202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21C29B-8EE1-4964-9E08-9A2D4A834BA5}"/>
              </a:ext>
            </a:extLst>
          </p:cNvPr>
          <p:cNvSpPr txBox="1"/>
          <p:nvPr/>
        </p:nvSpPr>
        <p:spPr>
          <a:xfrm>
            <a:off x="10949801" y="4838700"/>
            <a:ext cx="25375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Bookman Old Style" panose="02050604050505020204" pitchFamily="18" charset="0"/>
              </a:rPr>
              <a:t>benefits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9861CD-A45D-4BDC-AD5E-7950FEC8D0B3}"/>
              </a:ext>
            </a:extLst>
          </p:cNvPr>
          <p:cNvSpPr txBox="1"/>
          <p:nvPr/>
        </p:nvSpPr>
        <p:spPr>
          <a:xfrm>
            <a:off x="9144000" y="5829300"/>
            <a:ext cx="28825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Bookman Old Style" panose="02050604050505020204" pitchFamily="18" charset="0"/>
              </a:rPr>
              <a:t>troubleshoot</a:t>
            </a:r>
          </a:p>
        </p:txBody>
      </p:sp>
    </p:spTree>
    <p:extLst>
      <p:ext uri="{BB962C8B-B14F-4D97-AF65-F5344CB8AC3E}">
        <p14:creationId xmlns:p14="http://schemas.microsoft.com/office/powerpoint/2010/main" val="2088003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9" grpId="0"/>
      <p:bldP spid="21" grpId="0"/>
      <p:bldP spid="2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4E263B4D-7A77-4E3A-9DD7-EA468CD29181}"/>
              </a:ext>
            </a:extLst>
          </p:cNvPr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1AE7219E-3591-4F7A-A454-6C4D2D20398B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8A3EAEF1-A5D5-4C6E-A6AB-1C8E732F507B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DBB39256-32A7-4648-AC12-80E201502AB9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A1581C5B-8FFE-49E4-B43F-F47DC3EF75A4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B31EDA8A-EE27-4D0C-912F-12DD76DD5753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11">
            <a:extLst>
              <a:ext uri="{FF2B5EF4-FFF2-40B4-BE49-F238E27FC236}">
                <a16:creationId xmlns:a16="http://schemas.microsoft.com/office/drawing/2014/main" id="{943992C6-3102-4320-BC76-F9ED7B5DCEB1}"/>
              </a:ext>
            </a:extLst>
          </p:cNvPr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FC1E7039-7AFA-4B75-93F0-4958B295A101}"/>
              </a:ext>
            </a:extLst>
          </p:cNvPr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3">
            <a:extLst>
              <a:ext uri="{FF2B5EF4-FFF2-40B4-BE49-F238E27FC236}">
                <a16:creationId xmlns:a16="http://schemas.microsoft.com/office/drawing/2014/main" id="{3906EF10-53D5-488A-B81D-FEA0E884D7D6}"/>
              </a:ext>
            </a:extLst>
          </p:cNvPr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770DD40C-1502-4C93-8702-C1891FF47B58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5">
              <a:extLst>
                <a:ext uri="{FF2B5EF4-FFF2-40B4-BE49-F238E27FC236}">
                  <a16:creationId xmlns:a16="http://schemas.microsoft.com/office/drawing/2014/main" id="{8A374FB1-55D5-4555-8EDC-8172E710AB94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F31DC487-1890-49F6-82B0-59464EFB0624}"/>
              </a:ext>
            </a:extLst>
          </p:cNvPr>
          <p:cNvSpPr txBox="1"/>
          <p:nvPr/>
        </p:nvSpPr>
        <p:spPr>
          <a:xfrm>
            <a:off x="2139929" y="2905396"/>
            <a:ext cx="14097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Bookman Old Style" panose="02050604050505020204" pitchFamily="18" charset="0"/>
              </a:rPr>
              <a:t>A homophone is a word that is pronounced the same as another word but differs in meaning.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Bookman Old Style" panose="020506040505050202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Bookman Old Style" panose="020506040505050202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Bookman Old Style" panose="02050604050505020204" pitchFamily="18" charset="0"/>
              </a:rPr>
              <a:t>A homophone may also differ in spelling.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Bookman Old Style" panose="020506040505050202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Bookman Old Style" panose="020506040505050202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Bookman Old Style" panose="02050604050505020204" pitchFamily="18" charset="0"/>
              </a:rPr>
              <a:t>Ex</a:t>
            </a:r>
            <a:r>
              <a:rPr lang="en-US" sz="2800" dirty="0">
                <a:latin typeface="Bookman Old Style" panose="02050604050505020204" pitchFamily="18" charset="0"/>
              </a:rPr>
              <a:t>. As in right (correct) and write (to write something on paper) </a:t>
            </a:r>
            <a:endParaRPr lang="en-IN" sz="2800" dirty="0">
              <a:latin typeface="Bookman Old Style" panose="020506040505050202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B4BADBD-97A8-4DC0-B547-5B75ED9BFE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9185" y="6586483"/>
            <a:ext cx="2462247" cy="307663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F10A694-BCBC-4FEF-B170-041EE182BF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4390" y="6586483"/>
            <a:ext cx="3855057" cy="307663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D91678D-C06E-467B-8787-0FF740210FCB}"/>
              </a:ext>
            </a:extLst>
          </p:cNvPr>
          <p:cNvSpPr txBox="1"/>
          <p:nvPr/>
        </p:nvSpPr>
        <p:spPr>
          <a:xfrm>
            <a:off x="1569058" y="1845666"/>
            <a:ext cx="126231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600" u="sng" dirty="0">
                <a:solidFill>
                  <a:srgbClr val="000000"/>
                </a:solidFill>
                <a:latin typeface="Cooper Black" panose="0208090404030B020404" pitchFamily="18" charset="0"/>
                <a:cs typeface="Century Gothic Paneuropean"/>
              </a:rPr>
              <a:t>Homophones :</a:t>
            </a:r>
            <a:endParaRPr lang="en-IN" sz="36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9E27546-42EF-42E4-A647-5400DE639C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8756" y="-221250"/>
            <a:ext cx="1873197" cy="184566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83F0588-827A-4A6E-A379-A1D5B7DBA0C7}"/>
              </a:ext>
            </a:extLst>
          </p:cNvPr>
          <p:cNvSpPr txBox="1"/>
          <p:nvPr/>
        </p:nvSpPr>
        <p:spPr>
          <a:xfrm>
            <a:off x="2832410" y="589616"/>
            <a:ext cx="12623180" cy="804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92966" lvl="1">
              <a:lnSpc>
                <a:spcPts val="5096"/>
              </a:lnSpc>
            </a:pPr>
            <a:r>
              <a:rPr lang="en-IN" sz="7200" u="sng" dirty="0">
                <a:solidFill>
                  <a:srgbClr val="000000"/>
                </a:solidFill>
                <a:latin typeface="Cooper Black" panose="0208090404030B020404" pitchFamily="18" charset="0"/>
                <a:cs typeface="Century Gothic Paneuropean"/>
              </a:rPr>
              <a:t>Homophones-Homonyms</a:t>
            </a:r>
          </a:p>
        </p:txBody>
      </p:sp>
    </p:spTree>
    <p:extLst>
      <p:ext uri="{BB962C8B-B14F-4D97-AF65-F5344CB8AC3E}">
        <p14:creationId xmlns:p14="http://schemas.microsoft.com/office/powerpoint/2010/main" val="20818037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807FFB15-594A-4C96-A92E-FCF9954573AA}"/>
              </a:ext>
            </a:extLst>
          </p:cNvPr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8B9806C3-F98B-46C6-B6C2-A258B07B260C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4A9ABF90-6FC0-4D15-851F-C889DB9A6BEC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42179DD6-C35A-4362-A13D-495A9A7F6A68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4FF691EB-E6F8-41B3-84E5-8DC8FFC3B4CD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CD4CBFD9-C147-495F-A85A-CC1CA767555C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11">
            <a:extLst>
              <a:ext uri="{FF2B5EF4-FFF2-40B4-BE49-F238E27FC236}">
                <a16:creationId xmlns:a16="http://schemas.microsoft.com/office/drawing/2014/main" id="{1A8339BD-B8CD-4591-9931-B09D460412DE}"/>
              </a:ext>
            </a:extLst>
          </p:cNvPr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98168E4F-E118-4829-986C-D6BD48EC8618}"/>
              </a:ext>
            </a:extLst>
          </p:cNvPr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3">
            <a:extLst>
              <a:ext uri="{FF2B5EF4-FFF2-40B4-BE49-F238E27FC236}">
                <a16:creationId xmlns:a16="http://schemas.microsoft.com/office/drawing/2014/main" id="{219D11CF-1566-487B-BD47-E3C313A9C0B1}"/>
              </a:ext>
            </a:extLst>
          </p:cNvPr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69961526-B211-454C-9C48-EF72538174A5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5">
              <a:extLst>
                <a:ext uri="{FF2B5EF4-FFF2-40B4-BE49-F238E27FC236}">
                  <a16:creationId xmlns:a16="http://schemas.microsoft.com/office/drawing/2014/main" id="{51F080D9-6F36-45C1-9819-889E2C0F1AEE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02878A45-1D2F-4ECA-844C-A1199F74E0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0" y="1460367"/>
            <a:ext cx="5791200" cy="73662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44071A2-A468-4F3C-A157-49E211F07D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2669" y="1460368"/>
            <a:ext cx="6106699" cy="571438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BF5CC3C-B328-4400-98D9-4E5A271AC0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2" y="7335147"/>
            <a:ext cx="6106698" cy="13443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E6ABC21-5259-4F1E-83D1-582E49C468FA}"/>
              </a:ext>
            </a:extLst>
          </p:cNvPr>
          <p:cNvSpPr txBox="1"/>
          <p:nvPr/>
        </p:nvSpPr>
        <p:spPr>
          <a:xfrm>
            <a:off x="5943600" y="158641"/>
            <a:ext cx="61066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u="sng" dirty="0">
                <a:latin typeface="Bookman Old Style" panose="02050604050505020204" pitchFamily="18" charset="0"/>
              </a:rPr>
              <a:t>TYPES OF HOMOPHONES :</a:t>
            </a:r>
            <a:endParaRPr lang="en-IN" sz="3200" b="1" i="1" u="sng" dirty="0"/>
          </a:p>
        </p:txBody>
      </p:sp>
    </p:spTree>
    <p:extLst>
      <p:ext uri="{BB962C8B-B14F-4D97-AF65-F5344CB8AC3E}">
        <p14:creationId xmlns:p14="http://schemas.microsoft.com/office/powerpoint/2010/main" val="2286083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070FD7D0-2645-4C1E-83D3-8E44C15F6F2B}"/>
              </a:ext>
            </a:extLst>
          </p:cNvPr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260364DD-F29D-4894-93FA-4FC465E52BDC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3728D18A-EBE8-4682-9EA0-27F62713F937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73CF36EA-7689-48D3-B774-CDCAFC7BEA05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38FD846E-D75F-42CF-9069-7B68358BB567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5589DC59-2636-478F-9DF2-A165A38DB299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11">
            <a:extLst>
              <a:ext uri="{FF2B5EF4-FFF2-40B4-BE49-F238E27FC236}">
                <a16:creationId xmlns:a16="http://schemas.microsoft.com/office/drawing/2014/main" id="{B82DC0B9-1C78-44A3-9B8E-A1821F714A17}"/>
              </a:ext>
            </a:extLst>
          </p:cNvPr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D6818CE2-3436-42E5-A0DE-3A69EA8B1C31}"/>
              </a:ext>
            </a:extLst>
          </p:cNvPr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3">
            <a:extLst>
              <a:ext uri="{FF2B5EF4-FFF2-40B4-BE49-F238E27FC236}">
                <a16:creationId xmlns:a16="http://schemas.microsoft.com/office/drawing/2014/main" id="{1D27218B-1B56-4276-837C-0C8ABA0F7FFE}"/>
              </a:ext>
            </a:extLst>
          </p:cNvPr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62502AEC-564B-4303-A773-7A794193BE77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5">
              <a:extLst>
                <a:ext uri="{FF2B5EF4-FFF2-40B4-BE49-F238E27FC236}">
                  <a16:creationId xmlns:a16="http://schemas.microsoft.com/office/drawing/2014/main" id="{8B10436B-635C-4D24-B90D-EC4A209AE565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6272D08D-8955-4965-8FC8-1E6CFADA65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9662" y="419100"/>
            <a:ext cx="9881815" cy="840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9759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88C6770D-2509-4BFE-AC58-D8F1A5F6C3A8}"/>
              </a:ext>
            </a:extLst>
          </p:cNvPr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96C1585E-9D66-46FE-89B0-B2C8CA807DFD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5E8D4CDF-DFED-49BC-98EF-1451443BB705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3F1FD8BD-93A7-42F0-8A55-93C4349154FE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A2018089-1E70-420A-A097-25EE73D193C3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D7659BD3-AE67-41A5-9F57-953DBFEAA770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11">
            <a:extLst>
              <a:ext uri="{FF2B5EF4-FFF2-40B4-BE49-F238E27FC236}">
                <a16:creationId xmlns:a16="http://schemas.microsoft.com/office/drawing/2014/main" id="{B2CCAB78-D5AC-4DD7-9054-5D8472D9A50B}"/>
              </a:ext>
            </a:extLst>
          </p:cNvPr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D8B918A9-0C70-41F8-84CE-FDA8F3594187}"/>
              </a:ext>
            </a:extLst>
          </p:cNvPr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3">
            <a:extLst>
              <a:ext uri="{FF2B5EF4-FFF2-40B4-BE49-F238E27FC236}">
                <a16:creationId xmlns:a16="http://schemas.microsoft.com/office/drawing/2014/main" id="{B3DB79C8-3305-41FC-BEFF-C3A3348C4378}"/>
              </a:ext>
            </a:extLst>
          </p:cNvPr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057A12EE-F57F-44DC-9A6A-14BCA84BB097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5">
              <a:extLst>
                <a:ext uri="{FF2B5EF4-FFF2-40B4-BE49-F238E27FC236}">
                  <a16:creationId xmlns:a16="http://schemas.microsoft.com/office/drawing/2014/main" id="{62DE2C16-537D-4636-946E-F37E5A4F091C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91C0BDA-63DE-48CB-A75A-55408706A5C8}"/>
              </a:ext>
            </a:extLst>
          </p:cNvPr>
          <p:cNvSpPr txBox="1"/>
          <p:nvPr/>
        </p:nvSpPr>
        <p:spPr>
          <a:xfrm>
            <a:off x="1981200" y="416341"/>
            <a:ext cx="126231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600" u="sng" dirty="0">
                <a:solidFill>
                  <a:srgbClr val="000000"/>
                </a:solidFill>
                <a:latin typeface="Cooper Black" panose="0208090404030B020404" pitchFamily="18" charset="0"/>
                <a:cs typeface="Century Gothic Paneuropean"/>
              </a:rPr>
              <a:t>Homonyms: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090B95-AB23-4597-81C4-37698D040775}"/>
              </a:ext>
            </a:extLst>
          </p:cNvPr>
          <p:cNvSpPr txBox="1"/>
          <p:nvPr/>
        </p:nvSpPr>
        <p:spPr>
          <a:xfrm>
            <a:off x="1981200" y="1423505"/>
            <a:ext cx="13896009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Bookman Old Style" panose="02050604050505020204" pitchFamily="18" charset="0"/>
              </a:rPr>
              <a:t>Homonyms are two words that are spelled the same and sound the same but have different meanings. </a:t>
            </a:r>
          </a:p>
          <a:p>
            <a:pPr algn="just"/>
            <a:r>
              <a:rPr lang="en-US" sz="2800" dirty="0">
                <a:latin typeface="Bookman Old Style" panose="02050604050505020204" pitchFamily="18" charset="0"/>
              </a:rPr>
              <a:t>	</a:t>
            </a:r>
          </a:p>
          <a:p>
            <a:pPr algn="just"/>
            <a:r>
              <a:rPr lang="en-US" sz="2800" dirty="0">
                <a:latin typeface="Bookman Old Style" panose="02050604050505020204" pitchFamily="18" charset="0"/>
              </a:rPr>
              <a:t>	 </a:t>
            </a:r>
            <a:r>
              <a:rPr lang="en-US" sz="2800" b="1" dirty="0">
                <a:latin typeface="Bookman Old Style" panose="02050604050505020204" pitchFamily="18" charset="0"/>
              </a:rPr>
              <a:t>Ex:</a:t>
            </a:r>
            <a:r>
              <a:rPr lang="en-US" sz="2800" dirty="0">
                <a:latin typeface="Bookman Old Style" panose="02050604050505020204" pitchFamily="18" charset="0"/>
              </a:rPr>
              <a:t>. I </a:t>
            </a:r>
            <a:r>
              <a:rPr lang="en-US" sz="2800" b="1" dirty="0">
                <a:latin typeface="Bookman Old Style" panose="02050604050505020204" pitchFamily="18" charset="0"/>
              </a:rPr>
              <a:t>left</a:t>
            </a:r>
            <a:r>
              <a:rPr lang="en-US" sz="2800" dirty="0">
                <a:latin typeface="Bookman Old Style" panose="02050604050505020204" pitchFamily="18" charset="0"/>
              </a:rPr>
              <a:t> (verb) my phone on the </a:t>
            </a:r>
            <a:r>
              <a:rPr lang="en-US" sz="2800" b="1" dirty="0">
                <a:latin typeface="Bookman Old Style" panose="02050604050505020204" pitchFamily="18" charset="0"/>
              </a:rPr>
              <a:t>left</a:t>
            </a:r>
            <a:r>
              <a:rPr lang="en-US" sz="2800" dirty="0">
                <a:latin typeface="Bookman Old Style" panose="02050604050505020204" pitchFamily="18" charset="0"/>
              </a:rPr>
              <a:t> (Noun) side of the room. </a:t>
            </a:r>
          </a:p>
          <a:p>
            <a:pPr algn="just"/>
            <a:endParaRPr lang="en-US" sz="2800" dirty="0">
              <a:latin typeface="Bookman Old Style" panose="020506040505050202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b="1" dirty="0">
                <a:latin typeface="Bookman Old Style" panose="02050604050505020204" pitchFamily="18" charset="0"/>
              </a:rPr>
              <a:t>Examples of homonyms used in sentences: </a:t>
            </a:r>
          </a:p>
          <a:p>
            <a:pPr algn="just"/>
            <a:endParaRPr lang="en-US" sz="2800" dirty="0">
              <a:latin typeface="Bookman Old Style" panose="02050604050505020204" pitchFamily="18" charset="0"/>
            </a:endParaRP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lang="en-US" sz="2800" dirty="0">
                <a:latin typeface="Bookman Old Style" panose="02050604050505020204" pitchFamily="18" charset="0"/>
              </a:rPr>
              <a:t>	 The committee chair sat in the center chair. 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lang="en-US" sz="2800" dirty="0">
                <a:latin typeface="Bookman Old Style" panose="02050604050505020204" pitchFamily="18" charset="0"/>
              </a:rPr>
              <a:t>	 The crane flew above the construction crane. 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lang="en-US" sz="2800" dirty="0">
                <a:latin typeface="Bookman Old Style" panose="02050604050505020204" pitchFamily="18" charset="0"/>
              </a:rPr>
              <a:t>	 While they are at the play, I’m going to play with the dog. 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lang="en-US" sz="2800" dirty="0">
                <a:latin typeface="Bookman Old Style" panose="02050604050505020204" pitchFamily="18" charset="0"/>
              </a:rPr>
              <a:t>	 She will park the car so we can walk in the park.</a:t>
            </a:r>
            <a:endParaRPr lang="en-IN" sz="2800" dirty="0">
              <a:latin typeface="Bookman Old Style" panose="020506040505050202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428C180-5840-44E6-BEE4-31C79FCC1E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16893" y="3662433"/>
            <a:ext cx="4518707" cy="568365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0110884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13BA1D74-26EE-4D07-A117-C7A84B9BB782}"/>
              </a:ext>
            </a:extLst>
          </p:cNvPr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4CC12AE6-2C60-4356-9C47-2DAF23D1B5F8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DC264A02-1BD0-4F53-A5E9-3718FC6DE103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F63FEB9D-CD5A-4ABB-8767-7617A97D16DB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1AADE849-A7B8-49BD-9FB4-EE55080368AF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DCA13985-FC7D-4B5E-BF93-83E9E166186C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11">
            <a:extLst>
              <a:ext uri="{FF2B5EF4-FFF2-40B4-BE49-F238E27FC236}">
                <a16:creationId xmlns:a16="http://schemas.microsoft.com/office/drawing/2014/main" id="{C660C380-1091-4B5D-A8B8-4F051EB4C093}"/>
              </a:ext>
            </a:extLst>
          </p:cNvPr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7349B62C-3B47-4E2A-8CC0-99333CD192F9}"/>
              </a:ext>
            </a:extLst>
          </p:cNvPr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3">
            <a:extLst>
              <a:ext uri="{FF2B5EF4-FFF2-40B4-BE49-F238E27FC236}">
                <a16:creationId xmlns:a16="http://schemas.microsoft.com/office/drawing/2014/main" id="{0F8A324A-9ADE-49B7-A28E-39E8743E4B91}"/>
              </a:ext>
            </a:extLst>
          </p:cNvPr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39557964-BB82-4DAE-859A-A9426FFF0817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5">
              <a:extLst>
                <a:ext uri="{FF2B5EF4-FFF2-40B4-BE49-F238E27FC236}">
                  <a16:creationId xmlns:a16="http://schemas.microsoft.com/office/drawing/2014/main" id="{015C43F3-7CE6-4A26-B658-2BF3B6569B06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DE435AE-F888-4E6D-BE95-49C46A7774D7}"/>
              </a:ext>
            </a:extLst>
          </p:cNvPr>
          <p:cNvSpPr txBox="1"/>
          <p:nvPr/>
        </p:nvSpPr>
        <p:spPr>
          <a:xfrm>
            <a:off x="1981200" y="124270"/>
            <a:ext cx="12623180" cy="9679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b="1" u="sng" dirty="0">
                <a:latin typeface="Bookman Old Style" panose="02050604050505020204" pitchFamily="18" charset="0"/>
              </a:rPr>
              <a:t>Examples of Homonyms… </a:t>
            </a:r>
          </a:p>
          <a:p>
            <a:endParaRPr lang="en-US" sz="1200" b="1" dirty="0">
              <a:latin typeface="Bookman Old Style" panose="02050604050505020204" pitchFamily="18" charset="0"/>
            </a:endParaRPr>
          </a:p>
          <a:p>
            <a:pPr marL="800100" lvl="1" indent="-3429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Bookman Old Style" panose="02050604050505020204" pitchFamily="18" charset="0"/>
              </a:rPr>
              <a:t>Address</a:t>
            </a:r>
            <a:r>
              <a:rPr lang="en-US" sz="2400" dirty="0">
                <a:latin typeface="Bookman Old Style" panose="02050604050505020204" pitchFamily="18" charset="0"/>
              </a:rPr>
              <a:t> - to speak to / location </a:t>
            </a:r>
          </a:p>
          <a:p>
            <a:pPr marL="800100" lvl="1" indent="-3429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Bookman Old Style" panose="02050604050505020204" pitchFamily="18" charset="0"/>
              </a:rPr>
              <a:t>Arm</a:t>
            </a:r>
            <a:r>
              <a:rPr lang="en-US" sz="2400" dirty="0">
                <a:latin typeface="Bookman Old Style" panose="02050604050505020204" pitchFamily="18" charset="0"/>
              </a:rPr>
              <a:t> - body part / division of a company </a:t>
            </a:r>
          </a:p>
          <a:p>
            <a:pPr marL="800100" lvl="1" indent="-3429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Bookman Old Style" panose="02050604050505020204" pitchFamily="18" charset="0"/>
              </a:rPr>
              <a:t>Band</a:t>
            </a:r>
            <a:r>
              <a:rPr lang="en-US" sz="2400" dirty="0">
                <a:latin typeface="Bookman Old Style" panose="02050604050505020204" pitchFamily="18" charset="0"/>
              </a:rPr>
              <a:t> - a musical group / a ring </a:t>
            </a:r>
          </a:p>
          <a:p>
            <a:pPr marL="800100" lvl="1" indent="-3429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Bookman Old Style" panose="02050604050505020204" pitchFamily="18" charset="0"/>
              </a:rPr>
              <a:t>Bark</a:t>
            </a:r>
            <a:r>
              <a:rPr lang="en-US" sz="2400" dirty="0">
                <a:latin typeface="Bookman Old Style" panose="02050604050505020204" pitchFamily="18" charset="0"/>
              </a:rPr>
              <a:t> - a tree's out layer / the sound a dog makes </a:t>
            </a:r>
          </a:p>
          <a:p>
            <a:pPr marL="800100" lvl="1" indent="-3429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Bookman Old Style" panose="02050604050505020204" pitchFamily="18" charset="0"/>
              </a:rPr>
              <a:t>Bat</a:t>
            </a:r>
            <a:r>
              <a:rPr lang="en-US" sz="2400" dirty="0">
                <a:latin typeface="Bookman Old Style" panose="02050604050505020204" pitchFamily="18" charset="0"/>
              </a:rPr>
              <a:t> - an implement used to hit a ball / a nocturnal flying mammal </a:t>
            </a:r>
          </a:p>
          <a:p>
            <a:pPr marL="800100" lvl="1" indent="-3429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Bookman Old Style" panose="02050604050505020204" pitchFamily="18" charset="0"/>
              </a:rPr>
              <a:t>Bright</a:t>
            </a:r>
            <a:r>
              <a:rPr lang="en-US" sz="2400" dirty="0">
                <a:latin typeface="Bookman Old Style" panose="02050604050505020204" pitchFamily="18" charset="0"/>
              </a:rPr>
              <a:t> - very smart or intelligent / filled with light </a:t>
            </a:r>
          </a:p>
          <a:p>
            <a:pPr marL="800100" lvl="1" indent="-3429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Bookman Old Style" panose="02050604050505020204" pitchFamily="18" charset="0"/>
              </a:rPr>
              <a:t>Current</a:t>
            </a:r>
            <a:r>
              <a:rPr lang="en-US" sz="2400" dirty="0">
                <a:latin typeface="Bookman Old Style" panose="02050604050505020204" pitchFamily="18" charset="0"/>
              </a:rPr>
              <a:t> - up to date / flow of water </a:t>
            </a:r>
          </a:p>
          <a:p>
            <a:pPr marL="800100" lvl="1" indent="-3429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Bookman Old Style" panose="02050604050505020204" pitchFamily="18" charset="0"/>
              </a:rPr>
              <a:t>Fair </a:t>
            </a:r>
            <a:r>
              <a:rPr lang="en-US" sz="2400" dirty="0">
                <a:latin typeface="Bookman Old Style" panose="02050604050505020204" pitchFamily="18" charset="0"/>
              </a:rPr>
              <a:t>- unbiased / beautiful </a:t>
            </a:r>
          </a:p>
          <a:p>
            <a:pPr marL="800100" lvl="1" indent="-3429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Bookman Old Style" panose="02050604050505020204" pitchFamily="18" charset="0"/>
              </a:rPr>
              <a:t>Kind</a:t>
            </a:r>
            <a:r>
              <a:rPr lang="en-US" sz="2400" dirty="0">
                <a:latin typeface="Bookman Old Style" panose="02050604050505020204" pitchFamily="18" charset="0"/>
              </a:rPr>
              <a:t> - type / gentle </a:t>
            </a:r>
          </a:p>
          <a:p>
            <a:pPr marL="800100" lvl="1" indent="-3429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Bookman Old Style" panose="02050604050505020204" pitchFamily="18" charset="0"/>
              </a:rPr>
              <a:t>Match</a:t>
            </a:r>
            <a:r>
              <a:rPr lang="en-US" sz="2400" dirty="0">
                <a:latin typeface="Bookman Old Style" panose="02050604050505020204" pitchFamily="18" charset="0"/>
              </a:rPr>
              <a:t> - to pair like items / a stick for making a flame </a:t>
            </a:r>
          </a:p>
          <a:p>
            <a:pPr marL="800100" lvl="1" indent="-3429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Bookman Old Style" panose="02050604050505020204" pitchFamily="18" charset="0"/>
              </a:rPr>
              <a:t>Mean </a:t>
            </a:r>
            <a:r>
              <a:rPr lang="en-US" sz="2400" dirty="0">
                <a:latin typeface="Bookman Old Style" panose="02050604050505020204" pitchFamily="18" charset="0"/>
              </a:rPr>
              <a:t>- average / not nice</a:t>
            </a:r>
          </a:p>
          <a:p>
            <a:pPr marL="800100" lvl="1" indent="-3429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Bookman Old Style" panose="02050604050505020204" pitchFamily="18" charset="0"/>
              </a:rPr>
              <a:t>Ring</a:t>
            </a:r>
            <a:r>
              <a:rPr lang="en-US" sz="2400" dirty="0">
                <a:latin typeface="Bookman Old Style" panose="02050604050505020204" pitchFamily="18" charset="0"/>
              </a:rPr>
              <a:t> - a band on a finger / something circular in shape </a:t>
            </a:r>
          </a:p>
          <a:p>
            <a:pPr marL="800100" lvl="1" indent="-3429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Bookman Old Style" panose="02050604050505020204" pitchFamily="18" charset="0"/>
              </a:rPr>
              <a:t>Right</a:t>
            </a:r>
            <a:r>
              <a:rPr lang="en-US" sz="2400" dirty="0">
                <a:latin typeface="Bookman Old Style" panose="02050604050505020204" pitchFamily="18" charset="0"/>
              </a:rPr>
              <a:t> - correct / direction opposite of left </a:t>
            </a:r>
          </a:p>
          <a:p>
            <a:pPr marL="800100" lvl="1" indent="-3429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Bookman Old Style" panose="02050604050505020204" pitchFamily="18" charset="0"/>
              </a:rPr>
              <a:t>Rock</a:t>
            </a:r>
            <a:r>
              <a:rPr lang="en-US" sz="2400" dirty="0">
                <a:latin typeface="Bookman Old Style" panose="02050604050505020204" pitchFamily="18" charset="0"/>
              </a:rPr>
              <a:t> - a genre of music / a stone </a:t>
            </a:r>
          </a:p>
          <a:p>
            <a:pPr marL="800100" lvl="1" indent="-3429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Bookman Old Style" panose="02050604050505020204" pitchFamily="18" charset="0"/>
              </a:rPr>
              <a:t>Spring - </a:t>
            </a:r>
            <a:r>
              <a:rPr lang="en-US" sz="2400" dirty="0">
                <a:latin typeface="Bookman Old Style" panose="02050604050505020204" pitchFamily="18" charset="0"/>
              </a:rPr>
              <a:t>a season / coiled metal </a:t>
            </a:r>
            <a:endParaRPr lang="en-IN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45984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873C60FF-39E8-41ED-8707-400F49605ADA}"/>
              </a:ext>
            </a:extLst>
          </p:cNvPr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AC452169-5B0C-41C6-BAC0-5AFBB3C1F60C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5930E063-12C6-4F65-B9A3-DE102C6910DC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D059CB46-BA76-41D1-8817-64DC0307ABD9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2C5BB702-FD0C-4431-BDE1-6007DD4E5F75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52087F77-4468-463B-98B9-1EC21DD69191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11">
            <a:extLst>
              <a:ext uri="{FF2B5EF4-FFF2-40B4-BE49-F238E27FC236}">
                <a16:creationId xmlns:a16="http://schemas.microsoft.com/office/drawing/2014/main" id="{F4EDF20B-73F2-4653-99AB-086022A9FEFB}"/>
              </a:ext>
            </a:extLst>
          </p:cNvPr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BD9D8754-1143-4B9A-B588-914C06DBC053}"/>
              </a:ext>
            </a:extLst>
          </p:cNvPr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3">
            <a:extLst>
              <a:ext uri="{FF2B5EF4-FFF2-40B4-BE49-F238E27FC236}">
                <a16:creationId xmlns:a16="http://schemas.microsoft.com/office/drawing/2014/main" id="{42C1D28E-0812-4928-B021-5B702D09C1F5}"/>
              </a:ext>
            </a:extLst>
          </p:cNvPr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2DC83F06-CA4F-4506-BB13-B5381888B6A2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5">
              <a:extLst>
                <a:ext uri="{FF2B5EF4-FFF2-40B4-BE49-F238E27FC236}">
                  <a16:creationId xmlns:a16="http://schemas.microsoft.com/office/drawing/2014/main" id="{7C392F4B-7A86-4D90-86CF-91CC5EFA5B63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907981E7-445A-4916-950E-309037C605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53856"/>
            <a:ext cx="14020800" cy="941740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D99FB6A-C5FE-4107-862E-FE780CEAF311}"/>
              </a:ext>
            </a:extLst>
          </p:cNvPr>
          <p:cNvSpPr txBox="1"/>
          <p:nvPr/>
        </p:nvSpPr>
        <p:spPr>
          <a:xfrm>
            <a:off x="5791200" y="780990"/>
            <a:ext cx="8251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latin typeface="Bookman Old Style" panose="02050604050505020204" pitchFamily="18" charset="0"/>
              </a:rPr>
              <a:t>site</a:t>
            </a:r>
            <a:r>
              <a:rPr lang="en-IN" sz="2200" dirty="0">
                <a:latin typeface="Bookman Old Style" panose="02050604050505020204" pitchFamily="18" charset="0"/>
              </a:rPr>
              <a:t> 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B4A7D1C-5BA3-4960-B03C-7529FB20DDE8}"/>
              </a:ext>
            </a:extLst>
          </p:cNvPr>
          <p:cNvCxnSpPr>
            <a:cxnSpLocks/>
          </p:cNvCxnSpPr>
          <p:nvPr/>
        </p:nvCxnSpPr>
        <p:spPr>
          <a:xfrm flipV="1">
            <a:off x="8458200" y="1104900"/>
            <a:ext cx="497490" cy="1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2055ADB-32A6-4F65-A439-F91F318B885A}"/>
              </a:ext>
            </a:extLst>
          </p:cNvPr>
          <p:cNvCxnSpPr>
            <a:cxnSpLocks/>
          </p:cNvCxnSpPr>
          <p:nvPr/>
        </p:nvCxnSpPr>
        <p:spPr>
          <a:xfrm>
            <a:off x="9372600" y="1714501"/>
            <a:ext cx="6858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D0FABAA-F56B-4DC1-9F4A-CB2C84AB57CC}"/>
              </a:ext>
            </a:extLst>
          </p:cNvPr>
          <p:cNvCxnSpPr>
            <a:cxnSpLocks/>
          </p:cNvCxnSpPr>
          <p:nvPr/>
        </p:nvCxnSpPr>
        <p:spPr>
          <a:xfrm>
            <a:off x="7239000" y="4152900"/>
            <a:ext cx="6096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8EAB264-B992-4944-AA6E-E511CCDDBCC8}"/>
              </a:ext>
            </a:extLst>
          </p:cNvPr>
          <p:cNvCxnSpPr>
            <a:cxnSpLocks/>
          </p:cNvCxnSpPr>
          <p:nvPr/>
        </p:nvCxnSpPr>
        <p:spPr>
          <a:xfrm flipV="1">
            <a:off x="6817710" y="2933700"/>
            <a:ext cx="497490" cy="1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8F296DD-ECE7-48DA-B169-0C7264F71376}"/>
              </a:ext>
            </a:extLst>
          </p:cNvPr>
          <p:cNvCxnSpPr>
            <a:cxnSpLocks/>
          </p:cNvCxnSpPr>
          <p:nvPr/>
        </p:nvCxnSpPr>
        <p:spPr>
          <a:xfrm>
            <a:off x="8801100" y="4762500"/>
            <a:ext cx="6858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86885C3-21D1-49A0-8F43-260DF8B49A9D}"/>
              </a:ext>
            </a:extLst>
          </p:cNvPr>
          <p:cNvCxnSpPr>
            <a:cxnSpLocks/>
          </p:cNvCxnSpPr>
          <p:nvPr/>
        </p:nvCxnSpPr>
        <p:spPr>
          <a:xfrm>
            <a:off x="8402145" y="5372100"/>
            <a:ext cx="6096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D9DD292-DAF1-4B01-BBBA-2D170A464BCC}"/>
              </a:ext>
            </a:extLst>
          </p:cNvPr>
          <p:cNvCxnSpPr>
            <a:cxnSpLocks/>
          </p:cNvCxnSpPr>
          <p:nvPr/>
        </p:nvCxnSpPr>
        <p:spPr>
          <a:xfrm>
            <a:off x="10058400" y="6591300"/>
            <a:ext cx="7620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3CD6B29-FA00-4051-BB45-94E0677F986C}"/>
              </a:ext>
            </a:extLst>
          </p:cNvPr>
          <p:cNvCxnSpPr>
            <a:cxnSpLocks/>
          </p:cNvCxnSpPr>
          <p:nvPr/>
        </p:nvCxnSpPr>
        <p:spPr>
          <a:xfrm flipV="1">
            <a:off x="14478000" y="7810500"/>
            <a:ext cx="497490" cy="1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9799636-9706-4743-8FA6-F812B66BB072}"/>
              </a:ext>
            </a:extLst>
          </p:cNvPr>
          <p:cNvCxnSpPr>
            <a:cxnSpLocks/>
          </p:cNvCxnSpPr>
          <p:nvPr/>
        </p:nvCxnSpPr>
        <p:spPr>
          <a:xfrm>
            <a:off x="7391400" y="9182100"/>
            <a:ext cx="7620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469B599-34F6-46C9-AC75-1DF02DE00D17}"/>
              </a:ext>
            </a:extLst>
          </p:cNvPr>
          <p:cNvSpPr txBox="1"/>
          <p:nvPr/>
        </p:nvSpPr>
        <p:spPr>
          <a:xfrm>
            <a:off x="6542049" y="1409112"/>
            <a:ext cx="20374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latin typeface="Bookman Old Style" panose="02050604050505020204" pitchFamily="18" charset="0"/>
              </a:rPr>
              <a:t>bandwidth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053325-4E03-4E36-9774-AE1BAF8CA1EB}"/>
              </a:ext>
            </a:extLst>
          </p:cNvPr>
          <p:cNvSpPr txBox="1"/>
          <p:nvPr/>
        </p:nvSpPr>
        <p:spPr>
          <a:xfrm>
            <a:off x="4876800" y="2628900"/>
            <a:ext cx="13585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latin typeface="Bookman Old Style" panose="02050604050505020204" pitchFamily="18" charset="0"/>
              </a:rPr>
              <a:t>cell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F92DE4D-E64A-43F1-A2A1-9695C5784453}"/>
              </a:ext>
            </a:extLst>
          </p:cNvPr>
          <p:cNvSpPr txBox="1"/>
          <p:nvPr/>
        </p:nvSpPr>
        <p:spPr>
          <a:xfrm>
            <a:off x="6985310" y="3250173"/>
            <a:ext cx="18157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latin typeface="Bookman Old Style" panose="02050604050505020204" pitchFamily="18" charset="0"/>
              </a:rPr>
              <a:t>add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CBFE65E-D62D-40A6-A3FC-38DB67127886}"/>
              </a:ext>
            </a:extLst>
          </p:cNvPr>
          <p:cNvCxnSpPr>
            <a:cxnSpLocks/>
          </p:cNvCxnSpPr>
          <p:nvPr/>
        </p:nvCxnSpPr>
        <p:spPr>
          <a:xfrm flipV="1">
            <a:off x="8801100" y="3543300"/>
            <a:ext cx="497490" cy="1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A0708414-2667-481B-83DE-5637E62E0A79}"/>
              </a:ext>
            </a:extLst>
          </p:cNvPr>
          <p:cNvSpPr txBox="1"/>
          <p:nvPr/>
        </p:nvSpPr>
        <p:spPr>
          <a:xfrm>
            <a:off x="5183459" y="3860915"/>
            <a:ext cx="13585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latin typeface="Bookman Old Style" panose="02050604050505020204" pitchFamily="18" charset="0"/>
              </a:rPr>
              <a:t>byte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A9F29C1-AF29-4A81-BD1D-05A8771FB7A8}"/>
              </a:ext>
            </a:extLst>
          </p:cNvPr>
          <p:cNvSpPr txBox="1"/>
          <p:nvPr/>
        </p:nvSpPr>
        <p:spPr>
          <a:xfrm>
            <a:off x="6817710" y="4419917"/>
            <a:ext cx="158443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latin typeface="Bookman Old Style" panose="02050604050505020204" pitchFamily="18" charset="0"/>
              </a:rPr>
              <a:t>band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EC0349E-4377-44FC-8CC0-9498F2FA9C1F}"/>
              </a:ext>
            </a:extLst>
          </p:cNvPr>
          <p:cNvSpPr txBox="1"/>
          <p:nvPr/>
        </p:nvSpPr>
        <p:spPr>
          <a:xfrm>
            <a:off x="6431466" y="5050200"/>
            <a:ext cx="20443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latin typeface="Bookman Old Style" panose="02050604050505020204" pitchFamily="18" charset="0"/>
              </a:rPr>
              <a:t>cite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0058826-6FFD-4C74-8B3A-FB4AA9F51252}"/>
              </a:ext>
            </a:extLst>
          </p:cNvPr>
          <p:cNvSpPr txBox="1"/>
          <p:nvPr/>
        </p:nvSpPr>
        <p:spPr>
          <a:xfrm>
            <a:off x="8014010" y="6297550"/>
            <a:ext cx="20443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latin typeface="Bookman Old Style" panose="02050604050505020204" pitchFamily="18" charset="0"/>
              </a:rPr>
              <a:t>cache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5B2FAE4-312D-4FF9-8582-9CB93D741999}"/>
              </a:ext>
            </a:extLst>
          </p:cNvPr>
          <p:cNvSpPr txBox="1"/>
          <p:nvPr/>
        </p:nvSpPr>
        <p:spPr>
          <a:xfrm>
            <a:off x="12725594" y="7441168"/>
            <a:ext cx="158443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latin typeface="Bookman Old Style" panose="02050604050505020204" pitchFamily="18" charset="0"/>
              </a:rPr>
              <a:t>cell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026967C-D3FE-41B5-AB5A-964F22B282E6}"/>
              </a:ext>
            </a:extLst>
          </p:cNvPr>
          <p:cNvSpPr txBox="1"/>
          <p:nvPr/>
        </p:nvSpPr>
        <p:spPr>
          <a:xfrm>
            <a:off x="5200153" y="8839436"/>
            <a:ext cx="226555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latin typeface="Bookman Old Style" panose="02050604050505020204" pitchFamily="18" charset="0"/>
              </a:rPr>
              <a:t>plain</a:t>
            </a:r>
          </a:p>
        </p:txBody>
      </p:sp>
    </p:spTree>
    <p:extLst>
      <p:ext uri="{BB962C8B-B14F-4D97-AF65-F5344CB8AC3E}">
        <p14:creationId xmlns:p14="http://schemas.microsoft.com/office/powerpoint/2010/main" val="81790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5" grpId="0"/>
      <p:bldP spid="37" grpId="0"/>
      <p:bldP spid="39" grpId="0"/>
      <p:bldP spid="42" grpId="0"/>
      <p:bldP spid="44" grpId="0"/>
      <p:bldP spid="46" grpId="0"/>
      <p:bldP spid="48" grpId="0"/>
      <p:bldP spid="50" grpId="0"/>
      <p:bldP spid="5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9A76D10F-F3E2-40B0-B9C2-35C879F83F15}"/>
              </a:ext>
            </a:extLst>
          </p:cNvPr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80745BC0-FD68-40FD-B393-1CF5B42F539F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3C4B3576-65A7-4099-BC65-89B9E85EB42D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F0702BC4-9B3A-4ED8-A1A8-97067A01603F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041833A8-D8C7-4BDB-9055-62D274EDC49D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E76C902F-F735-4166-BDE5-8D7042EB2152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11">
            <a:extLst>
              <a:ext uri="{FF2B5EF4-FFF2-40B4-BE49-F238E27FC236}">
                <a16:creationId xmlns:a16="http://schemas.microsoft.com/office/drawing/2014/main" id="{95DE4083-7AED-4580-BFFF-E10767F38ED7}"/>
              </a:ext>
            </a:extLst>
          </p:cNvPr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03D48B6B-0BFD-448E-8367-76CE887D4DB8}"/>
              </a:ext>
            </a:extLst>
          </p:cNvPr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3">
            <a:extLst>
              <a:ext uri="{FF2B5EF4-FFF2-40B4-BE49-F238E27FC236}">
                <a16:creationId xmlns:a16="http://schemas.microsoft.com/office/drawing/2014/main" id="{B112A2DB-ADB3-4441-9599-F2A8860BF9A0}"/>
              </a:ext>
            </a:extLst>
          </p:cNvPr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88FD6808-774A-4D9C-AC8B-EC599E3309AA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5">
              <a:extLst>
                <a:ext uri="{FF2B5EF4-FFF2-40B4-BE49-F238E27FC236}">
                  <a16:creationId xmlns:a16="http://schemas.microsoft.com/office/drawing/2014/main" id="{B0A52DFB-A3A4-4D4B-9AF8-CF6493404B72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189DAB5-7D4A-4E04-8916-5604759453F3}"/>
              </a:ext>
            </a:extLst>
          </p:cNvPr>
          <p:cNvSpPr txBox="1"/>
          <p:nvPr/>
        </p:nvSpPr>
        <p:spPr>
          <a:xfrm>
            <a:off x="1569058" y="376681"/>
            <a:ext cx="14966342" cy="6432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200" u="sng" dirty="0">
                <a:solidFill>
                  <a:srgbClr val="000000"/>
                </a:solidFill>
                <a:latin typeface="Cooper Black" panose="0208090404030B020404" pitchFamily="18" charset="0"/>
                <a:cs typeface="Century Gothic Paneuropean"/>
              </a:rPr>
              <a:t>Types of Sentences </a:t>
            </a:r>
          </a:p>
          <a:p>
            <a:endParaRPr lang="en-US" sz="7200" u="sng" dirty="0">
              <a:solidFill>
                <a:srgbClr val="000000"/>
              </a:solidFill>
              <a:latin typeface="Cooper Black" panose="0208090404030B020404" pitchFamily="18" charset="0"/>
              <a:cs typeface="Century Gothic Paneuropean"/>
            </a:endParaRP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4400" dirty="0"/>
              <a:t>Mainly there are three types :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endParaRPr lang="en-US" sz="4400" u="sng" dirty="0">
              <a:solidFill>
                <a:srgbClr val="000000"/>
              </a:solidFill>
              <a:latin typeface="Cooper Black" panose="0208090404030B020404" pitchFamily="18" charset="0"/>
              <a:cs typeface="Century Gothic Paneuropean"/>
            </a:endParaRPr>
          </a:p>
          <a:p>
            <a:pPr marL="1485900" lvl="2" indent="-571500">
              <a:buFont typeface="Wingdings" panose="05000000000000000000" pitchFamily="2" charset="2"/>
              <a:buChar char="Ø"/>
            </a:pPr>
            <a:r>
              <a:rPr lang="en-US" sz="3600" b="1" dirty="0">
                <a:latin typeface="Bookman Old Style" panose="02050604050505020204" pitchFamily="18" charset="0"/>
              </a:rPr>
              <a:t>Function Based</a:t>
            </a:r>
          </a:p>
          <a:p>
            <a:pPr marL="1485900" lvl="2" indent="-571500">
              <a:buFont typeface="Wingdings" panose="05000000000000000000" pitchFamily="2" charset="2"/>
              <a:buChar char="Ø"/>
            </a:pPr>
            <a:endParaRPr lang="en-US" sz="3600" b="1" dirty="0">
              <a:latin typeface="Bookman Old Style" panose="02050604050505020204" pitchFamily="18" charset="0"/>
            </a:endParaRPr>
          </a:p>
          <a:p>
            <a:pPr marL="1485900" lvl="2" indent="-571500">
              <a:buFont typeface="Wingdings" panose="05000000000000000000" pitchFamily="2" charset="2"/>
              <a:buChar char="Ø"/>
            </a:pPr>
            <a:r>
              <a:rPr lang="en-IN" sz="3600" b="1" dirty="0">
                <a:latin typeface="Bookman Old Style" panose="02050604050505020204" pitchFamily="18" charset="0"/>
              </a:rPr>
              <a:t>Structural </a:t>
            </a:r>
            <a:r>
              <a:rPr lang="en-US" sz="3600" b="1" dirty="0">
                <a:latin typeface="Bookman Old Style" panose="02050604050505020204" pitchFamily="18" charset="0"/>
              </a:rPr>
              <a:t>Based</a:t>
            </a:r>
          </a:p>
          <a:p>
            <a:pPr marL="1485900" lvl="2" indent="-571500">
              <a:buFont typeface="Wingdings" panose="05000000000000000000" pitchFamily="2" charset="2"/>
              <a:buChar char="Ø"/>
            </a:pPr>
            <a:endParaRPr lang="en-US" sz="3600" b="1" dirty="0">
              <a:solidFill>
                <a:srgbClr val="000000"/>
              </a:solidFill>
              <a:latin typeface="Bookman Old Style" panose="02050604050505020204" pitchFamily="18" charset="0"/>
              <a:cs typeface="Century Gothic Paneuropean"/>
            </a:endParaRPr>
          </a:p>
          <a:p>
            <a:pPr marL="1485900" lvl="2" indent="-571500">
              <a:buFont typeface="Wingdings" panose="05000000000000000000" pitchFamily="2" charset="2"/>
              <a:buChar char="Ø"/>
            </a:pPr>
            <a:r>
              <a:rPr lang="en-US" sz="3600" b="1" dirty="0">
                <a:latin typeface="Bookman Old Style" panose="02050604050505020204" pitchFamily="18" charset="0"/>
              </a:rPr>
              <a:t>Conditional Based</a:t>
            </a:r>
            <a:endParaRPr lang="en-IN" sz="3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35032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53172679-A24C-490A-8DFF-86810A4ADFE8}"/>
              </a:ext>
            </a:extLst>
          </p:cNvPr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E682EC04-6917-425E-85FE-0CC188924102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2010CCAA-0E68-4333-9835-25084E0F10DD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E37F5C26-E290-4EEC-BDC3-3F77E29B2CA8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79911704-D55D-4566-96A0-229776BCD026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C7C777F1-549F-4B16-8235-A9B72772E2B5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11">
            <a:extLst>
              <a:ext uri="{FF2B5EF4-FFF2-40B4-BE49-F238E27FC236}">
                <a16:creationId xmlns:a16="http://schemas.microsoft.com/office/drawing/2014/main" id="{5D89F14A-E0F4-4EB1-9405-6F292C929164}"/>
              </a:ext>
            </a:extLst>
          </p:cNvPr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9487119F-9EEA-4AB9-844D-E0986FCE1ED8}"/>
              </a:ext>
            </a:extLst>
          </p:cNvPr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3">
            <a:extLst>
              <a:ext uri="{FF2B5EF4-FFF2-40B4-BE49-F238E27FC236}">
                <a16:creationId xmlns:a16="http://schemas.microsoft.com/office/drawing/2014/main" id="{C70F5F6A-6FC2-41EF-AF36-B12225C5E9D7}"/>
              </a:ext>
            </a:extLst>
          </p:cNvPr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DAE7B37A-6CB2-4456-B237-2A7CABB8F8E3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5">
              <a:extLst>
                <a:ext uri="{FF2B5EF4-FFF2-40B4-BE49-F238E27FC236}">
                  <a16:creationId xmlns:a16="http://schemas.microsoft.com/office/drawing/2014/main" id="{CA6BD62B-DB08-4B7A-BBC5-3FB2E4616BD0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0AE5172F-9AF8-4493-B112-F14BDB4937D5}"/>
              </a:ext>
            </a:extLst>
          </p:cNvPr>
          <p:cNvSpPr txBox="1"/>
          <p:nvPr/>
        </p:nvSpPr>
        <p:spPr>
          <a:xfrm>
            <a:off x="2102005" y="451028"/>
            <a:ext cx="126231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3600" b="1" u="sng" dirty="0">
                <a:latin typeface="Bookman Old Style" panose="02050604050505020204" pitchFamily="18" charset="0"/>
              </a:rPr>
              <a:t>Function</a:t>
            </a:r>
            <a:r>
              <a:rPr lang="en-IN" b="1" u="sng" dirty="0"/>
              <a:t> </a:t>
            </a:r>
            <a:r>
              <a:rPr lang="en-IN" sz="3600" b="1" u="sng" dirty="0">
                <a:latin typeface="Bookman Old Style" panose="02050604050505020204" pitchFamily="18" charset="0"/>
              </a:rPr>
              <a:t>Based :-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4E5217B-7E43-46BA-A814-33FCC993C7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2005" y="1283205"/>
            <a:ext cx="14080004" cy="754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5839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0A07AEA8-FFA1-4EC6-93C6-A0E6A84ADD01}"/>
              </a:ext>
            </a:extLst>
          </p:cNvPr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A746EF40-3843-44B7-9747-0F5D6A23C7CD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6ABF28B7-773B-4951-8C37-171B77CDF62F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33256E05-E2EF-49D2-B64C-47FFEB927253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3E9BA99A-731E-4F62-B749-0D1C06C8DB00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DE293EB3-0B05-419D-ABE9-E9FF26B95F1E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11">
            <a:extLst>
              <a:ext uri="{FF2B5EF4-FFF2-40B4-BE49-F238E27FC236}">
                <a16:creationId xmlns:a16="http://schemas.microsoft.com/office/drawing/2014/main" id="{C3028DDB-6BE8-4A49-A97E-23A1E11823EF}"/>
              </a:ext>
            </a:extLst>
          </p:cNvPr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C67680A5-15FB-4955-9020-C7D40A263C66}"/>
              </a:ext>
            </a:extLst>
          </p:cNvPr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3">
            <a:extLst>
              <a:ext uri="{FF2B5EF4-FFF2-40B4-BE49-F238E27FC236}">
                <a16:creationId xmlns:a16="http://schemas.microsoft.com/office/drawing/2014/main" id="{CC6EA8D2-A4E8-4D92-A278-8E9522DE6E29}"/>
              </a:ext>
            </a:extLst>
          </p:cNvPr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E280AC9D-A89C-494A-A46C-63A18491468A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5">
              <a:extLst>
                <a:ext uri="{FF2B5EF4-FFF2-40B4-BE49-F238E27FC236}">
                  <a16:creationId xmlns:a16="http://schemas.microsoft.com/office/drawing/2014/main" id="{7806DC4A-DB20-4191-8AAF-580EB7A6B871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381B78FC-3FD2-490F-A1F6-D0AF62A657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5996" y="493318"/>
            <a:ext cx="13896009" cy="853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5484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48AF60ED-8833-4CA7-A893-F3B3642E6657}"/>
              </a:ext>
            </a:extLst>
          </p:cNvPr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40EC7A05-64F1-4269-8A23-3774A652FBD9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B84C394B-69D5-4D12-A0D6-CF982EF22686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B3AB486E-0B11-424D-A5FB-01A516CDAFA1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0A22041A-290E-4FDA-9F00-DB75DFD631F1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B5B77463-86B3-4032-9B3F-39C5F693595B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11">
            <a:extLst>
              <a:ext uri="{FF2B5EF4-FFF2-40B4-BE49-F238E27FC236}">
                <a16:creationId xmlns:a16="http://schemas.microsoft.com/office/drawing/2014/main" id="{CA71207A-EAAA-43AB-93EA-189739248B75}"/>
              </a:ext>
            </a:extLst>
          </p:cNvPr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A66F62D7-5AC1-455C-9B3C-3D666EAE099E}"/>
              </a:ext>
            </a:extLst>
          </p:cNvPr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3">
            <a:extLst>
              <a:ext uri="{FF2B5EF4-FFF2-40B4-BE49-F238E27FC236}">
                <a16:creationId xmlns:a16="http://schemas.microsoft.com/office/drawing/2014/main" id="{003C46B9-37B9-4419-B725-538E553294A2}"/>
              </a:ext>
            </a:extLst>
          </p:cNvPr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E9D9B3CC-6777-4029-B241-8D1530A4C061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5">
              <a:extLst>
                <a:ext uri="{FF2B5EF4-FFF2-40B4-BE49-F238E27FC236}">
                  <a16:creationId xmlns:a16="http://schemas.microsoft.com/office/drawing/2014/main" id="{CF33790D-9E85-41F2-B916-E073F6B7A23E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A1F237E6-7198-44AD-8426-9B8854EDEE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264623"/>
            <a:ext cx="14097000" cy="10022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5497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220FDD81-0A9D-44DF-86D0-E38F0FEBC947}"/>
              </a:ext>
            </a:extLst>
          </p:cNvPr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96D9F1AB-02EA-45CA-8855-0669CA375B47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05837EA4-4D26-426C-BC37-9467612A2D8F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A9EFEA5A-7870-48C5-817E-DB674A6537C5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10D3D9AE-04DB-429C-8606-8306CDD71383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BDF5C966-4CB5-476A-8331-25E7A839D8A5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11">
            <a:extLst>
              <a:ext uri="{FF2B5EF4-FFF2-40B4-BE49-F238E27FC236}">
                <a16:creationId xmlns:a16="http://schemas.microsoft.com/office/drawing/2014/main" id="{18AF6099-647A-4C75-8407-F995AB811176}"/>
              </a:ext>
            </a:extLst>
          </p:cNvPr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FFEE4759-9CC6-40FB-AAC5-0CE9B1FA05B2}"/>
              </a:ext>
            </a:extLst>
          </p:cNvPr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3">
            <a:extLst>
              <a:ext uri="{FF2B5EF4-FFF2-40B4-BE49-F238E27FC236}">
                <a16:creationId xmlns:a16="http://schemas.microsoft.com/office/drawing/2014/main" id="{C75CBD89-8C1E-4104-A2EF-86C3E3EEFCE6}"/>
              </a:ext>
            </a:extLst>
          </p:cNvPr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360A71B7-9DE6-4AB3-9A14-C17546070EAA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5">
              <a:extLst>
                <a:ext uri="{FF2B5EF4-FFF2-40B4-BE49-F238E27FC236}">
                  <a16:creationId xmlns:a16="http://schemas.microsoft.com/office/drawing/2014/main" id="{70166401-2C5F-4C56-8696-7D8603F756BC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BAB64D5-F9B4-45D5-A2AA-12BA1D0FECF7}"/>
              </a:ext>
            </a:extLst>
          </p:cNvPr>
          <p:cNvSpPr txBox="1"/>
          <p:nvPr/>
        </p:nvSpPr>
        <p:spPr>
          <a:xfrm>
            <a:off x="1981200" y="284816"/>
            <a:ext cx="126231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b="1" u="sng" dirty="0">
                <a:latin typeface="Bookman Old Style" panose="02050604050505020204" pitchFamily="18" charset="0"/>
              </a:rPr>
              <a:t>Structural Based</a:t>
            </a:r>
            <a:endParaRPr lang="en-IN" sz="3600" b="1" u="sng" dirty="0">
              <a:latin typeface="Bookman Old Style" panose="020506040505050202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5D0E887-238C-405C-8C44-DF1BC9BD73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400" y="1363061"/>
            <a:ext cx="12954000" cy="799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2600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D6CB51CE-1C9E-4CB5-B440-B296E0ECA16D}"/>
              </a:ext>
            </a:extLst>
          </p:cNvPr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5C7C7B33-303A-4633-9ACB-63E064C9FD21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AA789551-5218-426C-9EDB-9CFAB7E719FC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0A59F1A0-A4B7-471F-9AB2-C4B7FA3C3F4D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B5A4028C-2FE5-4869-A480-82427908CF5D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4079A7C3-B5DE-41D7-838A-C23C509D7BAD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11">
            <a:extLst>
              <a:ext uri="{FF2B5EF4-FFF2-40B4-BE49-F238E27FC236}">
                <a16:creationId xmlns:a16="http://schemas.microsoft.com/office/drawing/2014/main" id="{34A3CAF1-6D80-456D-8B77-3F6C08F208F4}"/>
              </a:ext>
            </a:extLst>
          </p:cNvPr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B8F415C8-8278-4F46-B71F-E27ED5617706}"/>
              </a:ext>
            </a:extLst>
          </p:cNvPr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3">
            <a:extLst>
              <a:ext uri="{FF2B5EF4-FFF2-40B4-BE49-F238E27FC236}">
                <a16:creationId xmlns:a16="http://schemas.microsoft.com/office/drawing/2014/main" id="{6D80C616-4872-4356-A468-87F9EADC605B}"/>
              </a:ext>
            </a:extLst>
          </p:cNvPr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6E998C3D-E08B-4225-AE41-5D987619E80F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5">
              <a:extLst>
                <a:ext uri="{FF2B5EF4-FFF2-40B4-BE49-F238E27FC236}">
                  <a16:creationId xmlns:a16="http://schemas.microsoft.com/office/drawing/2014/main" id="{9CEB0810-F633-46EA-B296-54D5875B0495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782BC32C-FF8C-4AC6-8C58-EF78F1FFC8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600" y="647700"/>
            <a:ext cx="12801600" cy="3429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EB10035-95FE-4D05-8A94-1094D3B974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4200" y="4724440"/>
            <a:ext cx="12573000" cy="4152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2679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C1CBBCBB-46DD-43FA-922E-D9AEC0BD28A0}"/>
              </a:ext>
            </a:extLst>
          </p:cNvPr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977D2116-4D57-4AF7-A43B-0F2D6E344DB0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3368FF34-1D7E-4515-B783-D11497534232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918CE55C-E3EF-4535-A95E-2939992111C4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5FC90074-E5A1-4B00-958B-12A24140D35C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76044AAF-BCFF-4776-88B5-D4E735DFFE6B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11">
            <a:extLst>
              <a:ext uri="{FF2B5EF4-FFF2-40B4-BE49-F238E27FC236}">
                <a16:creationId xmlns:a16="http://schemas.microsoft.com/office/drawing/2014/main" id="{6164BBB6-A412-4978-A8AF-E10A17685D55}"/>
              </a:ext>
            </a:extLst>
          </p:cNvPr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1CF6F614-B5A2-4404-9D6C-2D88DBC54555}"/>
              </a:ext>
            </a:extLst>
          </p:cNvPr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3">
            <a:extLst>
              <a:ext uri="{FF2B5EF4-FFF2-40B4-BE49-F238E27FC236}">
                <a16:creationId xmlns:a16="http://schemas.microsoft.com/office/drawing/2014/main" id="{D2F1361D-9D5E-456F-BCBC-DF4F89A5D17B}"/>
              </a:ext>
            </a:extLst>
          </p:cNvPr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6DF71013-A012-475C-8D1C-257DB58FB6A4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5">
              <a:extLst>
                <a:ext uri="{FF2B5EF4-FFF2-40B4-BE49-F238E27FC236}">
                  <a16:creationId xmlns:a16="http://schemas.microsoft.com/office/drawing/2014/main" id="{5CC4B532-A6F2-4F33-8040-AEFB57AA4299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E895CED1-D7AA-45B9-8B35-7B6771A5B2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799" y="190500"/>
            <a:ext cx="13972209" cy="1009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9825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922891F8-C7C5-40C0-9C70-0C3C71A7D951}"/>
              </a:ext>
            </a:extLst>
          </p:cNvPr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98982887-503D-496B-9796-6571033BDB79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AF566AB8-1354-4058-99B5-1D60F809CA3B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01813CD9-96FC-4A59-912B-5EC122D8E5E4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D7C2D1B5-7F46-4F58-A653-7598729C8E12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40E6F8F0-E16B-4CAD-81F2-F4B374374EAC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11">
            <a:extLst>
              <a:ext uri="{FF2B5EF4-FFF2-40B4-BE49-F238E27FC236}">
                <a16:creationId xmlns:a16="http://schemas.microsoft.com/office/drawing/2014/main" id="{A31C02BC-1F9E-4B17-B2C5-015579ABC868}"/>
              </a:ext>
            </a:extLst>
          </p:cNvPr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0953BDC6-487C-4C0A-8FC0-262C3316A915}"/>
              </a:ext>
            </a:extLst>
          </p:cNvPr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3">
            <a:extLst>
              <a:ext uri="{FF2B5EF4-FFF2-40B4-BE49-F238E27FC236}">
                <a16:creationId xmlns:a16="http://schemas.microsoft.com/office/drawing/2014/main" id="{28452B0E-F53D-43F9-9831-42DA3B64D156}"/>
              </a:ext>
            </a:extLst>
          </p:cNvPr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6F178640-E8F4-4393-910A-CB6871E1A0EE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5">
              <a:extLst>
                <a:ext uri="{FF2B5EF4-FFF2-40B4-BE49-F238E27FC236}">
                  <a16:creationId xmlns:a16="http://schemas.microsoft.com/office/drawing/2014/main" id="{7E224A52-3B4D-4ECF-9553-B8922B0F99E5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BF3267C7-BB8D-4267-B76B-8F8260AFC1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0488" y="952500"/>
            <a:ext cx="14487024" cy="695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6452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2BA14E8B-2D51-451A-B0CD-76565DF0E75C}"/>
              </a:ext>
            </a:extLst>
          </p:cNvPr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2E7A4A2D-11CC-48A1-9572-E03B0B4C77BE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3C11E1D0-D6DF-42C4-BDCD-FC84B3D620FB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6429CD3F-B9ED-4B08-9DBE-31FC67FA2F4B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D3E17722-0AB9-472F-B25C-CFDA409CF77A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106578C5-42CE-4B74-BD69-472333294143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11">
            <a:extLst>
              <a:ext uri="{FF2B5EF4-FFF2-40B4-BE49-F238E27FC236}">
                <a16:creationId xmlns:a16="http://schemas.microsoft.com/office/drawing/2014/main" id="{D7CA6100-5A70-46C6-BB06-BB27289529A5}"/>
              </a:ext>
            </a:extLst>
          </p:cNvPr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A17A4CA7-CFF3-41E7-B483-2AD260F16B1A}"/>
              </a:ext>
            </a:extLst>
          </p:cNvPr>
          <p:cNvSpPr/>
          <p:nvPr/>
        </p:nvSpPr>
        <p:spPr>
          <a:xfrm>
            <a:off x="-3603476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3">
            <a:extLst>
              <a:ext uri="{FF2B5EF4-FFF2-40B4-BE49-F238E27FC236}">
                <a16:creationId xmlns:a16="http://schemas.microsoft.com/office/drawing/2014/main" id="{D850BFD1-D5C7-4F92-B217-6023AAD9CC5F}"/>
              </a:ext>
            </a:extLst>
          </p:cNvPr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557562A5-65A2-46FC-B1E9-B84940895916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5">
              <a:extLst>
                <a:ext uri="{FF2B5EF4-FFF2-40B4-BE49-F238E27FC236}">
                  <a16:creationId xmlns:a16="http://schemas.microsoft.com/office/drawing/2014/main" id="{60ED39F7-9737-427F-93FE-FBF989763417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6FB5132-C70D-413A-ADFC-533044CDBF79}"/>
              </a:ext>
            </a:extLst>
          </p:cNvPr>
          <p:cNvSpPr txBox="1"/>
          <p:nvPr/>
        </p:nvSpPr>
        <p:spPr>
          <a:xfrm>
            <a:off x="1981200" y="284816"/>
            <a:ext cx="126231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b="1" u="sng" dirty="0">
                <a:latin typeface="Bookman Old Style" panose="02050604050505020204" pitchFamily="18" charset="0"/>
              </a:rPr>
              <a:t>Conditional Based</a:t>
            </a:r>
            <a:endParaRPr lang="en-IN" sz="3600" b="1" u="sng" dirty="0">
              <a:latin typeface="Bookman Old Style" panose="0205060405050502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EC6ECF-16B8-4468-8F92-A47E35A96179}"/>
              </a:ext>
            </a:extLst>
          </p:cNvPr>
          <p:cNvSpPr txBox="1"/>
          <p:nvPr/>
        </p:nvSpPr>
        <p:spPr>
          <a:xfrm>
            <a:off x="1975955" y="1217125"/>
            <a:ext cx="14742988" cy="815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Bookman Old Style" panose="02050604050505020204" pitchFamily="18" charset="0"/>
              </a:rPr>
              <a:t>Conditional Sentences (with Examples)Conditional sentences are used to talk about conditions and their results. </a:t>
            </a:r>
          </a:p>
          <a:p>
            <a:endParaRPr lang="en-IN" sz="2400" dirty="0">
              <a:latin typeface="Bookman Old Style" panose="02050604050505020204" pitchFamily="18" charset="0"/>
            </a:endParaRPr>
          </a:p>
          <a:p>
            <a:r>
              <a:rPr lang="en-IN" sz="2400" dirty="0">
                <a:latin typeface="Bookman Old Style" panose="02050604050505020204" pitchFamily="18" charset="0"/>
              </a:rPr>
              <a:t>They usually contain two clauses:	</a:t>
            </a:r>
          </a:p>
          <a:p>
            <a:endParaRPr lang="en-IN" sz="2400" dirty="0">
              <a:latin typeface="Bookman Old Style" panose="02050604050505020204" pitchFamily="18" charset="0"/>
            </a:endParaRPr>
          </a:p>
          <a:p>
            <a:r>
              <a:rPr lang="en-IN" sz="2400" dirty="0">
                <a:latin typeface="Bookman Old Style" panose="02050604050505020204" pitchFamily="18" charset="0"/>
              </a:rPr>
              <a:t>	•   If-clause (condition)	</a:t>
            </a:r>
          </a:p>
          <a:p>
            <a:r>
              <a:rPr lang="en-IN" sz="2400" dirty="0">
                <a:latin typeface="Bookman Old Style" panose="02050604050505020204" pitchFamily="18" charset="0"/>
              </a:rPr>
              <a:t>	•   Main clause (result)⸻</a:t>
            </a:r>
          </a:p>
          <a:p>
            <a:endParaRPr lang="en-IN" sz="2800" dirty="0">
              <a:latin typeface="Bookman Old Style" panose="02050604050505020204" pitchFamily="18" charset="0"/>
            </a:endParaRPr>
          </a:p>
          <a:p>
            <a:endParaRPr lang="en-IN" sz="2800" dirty="0">
              <a:latin typeface="Bookman Old Style" panose="02050604050505020204" pitchFamily="18" charset="0"/>
            </a:endParaRPr>
          </a:p>
          <a:p>
            <a:endParaRPr lang="en-IN" sz="2800" u="sng" dirty="0">
              <a:latin typeface="Bookman Old Style" panose="02050604050505020204" pitchFamily="18" charset="0"/>
            </a:endParaRPr>
          </a:p>
          <a:p>
            <a:pPr marL="457200" indent="-457200">
              <a:buAutoNum type="arabicPeriod"/>
            </a:pPr>
            <a:r>
              <a:rPr lang="en-IN" sz="2800" b="1" u="sng" dirty="0">
                <a:latin typeface="Bookman Old Style" panose="02050604050505020204" pitchFamily="18" charset="0"/>
              </a:rPr>
              <a:t>Zero Conditional Use:</a:t>
            </a:r>
            <a:r>
              <a:rPr lang="en-IN" sz="2800" b="1" dirty="0">
                <a:latin typeface="Bookman Old Style" panose="02050604050505020204" pitchFamily="18" charset="0"/>
              </a:rPr>
              <a:t>  </a:t>
            </a:r>
            <a:r>
              <a:rPr lang="en-IN" sz="2800" dirty="0">
                <a:latin typeface="Bookman Old Style" panose="02050604050505020204" pitchFamily="18" charset="0"/>
              </a:rPr>
              <a:t>To express general truths, facts, or scientific laws </a:t>
            </a:r>
          </a:p>
          <a:p>
            <a:r>
              <a:rPr lang="en-IN" sz="2800" dirty="0">
                <a:latin typeface="Bookman Old Style" panose="02050604050505020204" pitchFamily="18" charset="0"/>
              </a:rPr>
              <a:t>	</a:t>
            </a:r>
            <a:r>
              <a:rPr lang="en-IN" sz="2800" u="sng" dirty="0">
                <a:latin typeface="Bookman Old Style" panose="02050604050505020204" pitchFamily="18" charset="0"/>
              </a:rPr>
              <a:t>Tense:</a:t>
            </a:r>
            <a:r>
              <a:rPr lang="en-IN" sz="2800" dirty="0">
                <a:latin typeface="Bookman Old Style" panose="02050604050505020204" pitchFamily="18" charset="0"/>
              </a:rPr>
              <a:t>	</a:t>
            </a:r>
          </a:p>
          <a:p>
            <a:r>
              <a:rPr lang="en-IN" sz="2800" dirty="0">
                <a:latin typeface="Bookman Old Style" panose="02050604050505020204" pitchFamily="18" charset="0"/>
              </a:rPr>
              <a:t>		•  If-clause → Present Simple	</a:t>
            </a:r>
          </a:p>
          <a:p>
            <a:r>
              <a:rPr lang="en-IN" sz="2800" dirty="0">
                <a:latin typeface="Bookman Old Style" panose="02050604050505020204" pitchFamily="18" charset="0"/>
              </a:rPr>
              <a:t>		•  Main clause → Present </a:t>
            </a:r>
          </a:p>
          <a:p>
            <a:endParaRPr lang="en-IN" sz="2800" dirty="0">
              <a:latin typeface="Bookman Old Style" panose="02050604050505020204" pitchFamily="18" charset="0"/>
            </a:endParaRPr>
          </a:p>
          <a:p>
            <a:r>
              <a:rPr lang="en-IN" sz="2800" dirty="0">
                <a:latin typeface="Bookman Old Style" panose="02050604050505020204" pitchFamily="18" charset="0"/>
              </a:rPr>
              <a:t>	</a:t>
            </a:r>
            <a:r>
              <a:rPr lang="en-IN" sz="2800" u="sng" dirty="0">
                <a:latin typeface="Bookman Old Style" panose="02050604050505020204" pitchFamily="18" charset="0"/>
              </a:rPr>
              <a:t>Example:</a:t>
            </a:r>
            <a:r>
              <a:rPr lang="en-IN" sz="2800" dirty="0">
                <a:latin typeface="Bookman Old Style" panose="02050604050505020204" pitchFamily="18" charset="0"/>
              </a:rPr>
              <a:t>	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Bookman Old Style" panose="02050604050505020204" pitchFamily="18" charset="0"/>
              </a:rPr>
              <a:t>If you heat ice, it melts.	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Bookman Old Style" panose="02050604050505020204" pitchFamily="18" charset="0"/>
              </a:rPr>
              <a:t>If students practice daily, they improve their skills.⸻</a:t>
            </a:r>
          </a:p>
          <a:p>
            <a:endParaRPr lang="en-IN" sz="2400" dirty="0">
              <a:latin typeface="Bookman Old Style" panose="02050604050505020204" pitchFamily="18" charset="0"/>
            </a:endParaRPr>
          </a:p>
          <a:p>
            <a:endParaRPr lang="en-IN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2580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F420C366-B81D-4DF8-A63F-BA533D4D6B52}"/>
              </a:ext>
            </a:extLst>
          </p:cNvPr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E1AF75C9-CA1D-4168-AF53-DAC685F0E746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AFFC535B-665C-456E-8A87-3B8F376C4C01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66EEFC66-72B1-4542-8187-BB0BC819683B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253BF8BA-052D-4ADF-90B5-58868FDBCAB2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F5B0D6BB-8173-42B3-A73B-BE2E7D09DE7E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11">
            <a:extLst>
              <a:ext uri="{FF2B5EF4-FFF2-40B4-BE49-F238E27FC236}">
                <a16:creationId xmlns:a16="http://schemas.microsoft.com/office/drawing/2014/main" id="{EAADC169-254B-405C-86F9-6DA3CF4ACBCB}"/>
              </a:ext>
            </a:extLst>
          </p:cNvPr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BA273C71-879D-4DF4-99A1-F561773300A9}"/>
              </a:ext>
            </a:extLst>
          </p:cNvPr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3">
            <a:extLst>
              <a:ext uri="{FF2B5EF4-FFF2-40B4-BE49-F238E27FC236}">
                <a16:creationId xmlns:a16="http://schemas.microsoft.com/office/drawing/2014/main" id="{CCA73796-7655-4387-901E-86C12F84571E}"/>
              </a:ext>
            </a:extLst>
          </p:cNvPr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5460CCC4-3404-4A8A-8A38-2873F500E345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5">
              <a:extLst>
                <a:ext uri="{FF2B5EF4-FFF2-40B4-BE49-F238E27FC236}">
                  <a16:creationId xmlns:a16="http://schemas.microsoft.com/office/drawing/2014/main" id="{37B8EB6B-7B2F-4159-8428-3847BE63A19F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A7FEADB-EB4A-439E-8EFC-EFED97B68564}"/>
              </a:ext>
            </a:extLst>
          </p:cNvPr>
          <p:cNvSpPr txBox="1"/>
          <p:nvPr/>
        </p:nvSpPr>
        <p:spPr>
          <a:xfrm>
            <a:off x="-33455" y="488672"/>
            <a:ext cx="17812668" cy="914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4"/>
            <a:r>
              <a:rPr lang="en-IN" sz="2800" b="1" dirty="0">
                <a:latin typeface="Bookman Old Style" panose="02050604050505020204" pitchFamily="18" charset="0"/>
              </a:rPr>
              <a:t>2. </a:t>
            </a:r>
            <a:r>
              <a:rPr lang="en-IN" sz="2800" b="1" u="sng" dirty="0">
                <a:latin typeface="Bookman Old Style" panose="02050604050505020204" pitchFamily="18" charset="0"/>
              </a:rPr>
              <a:t>First Conditional Use:</a:t>
            </a:r>
            <a:r>
              <a:rPr lang="en-IN" sz="2800" b="1" dirty="0">
                <a:latin typeface="Bookman Old Style" panose="02050604050505020204" pitchFamily="18" charset="0"/>
              </a:rPr>
              <a:t> </a:t>
            </a:r>
            <a:r>
              <a:rPr lang="en-IN" sz="2800" dirty="0">
                <a:latin typeface="Bookman Old Style" panose="02050604050505020204" pitchFamily="18" charset="0"/>
              </a:rPr>
              <a:t>To express real and possible future situations </a:t>
            </a:r>
          </a:p>
          <a:p>
            <a:pPr lvl="4"/>
            <a:r>
              <a:rPr lang="en-IN" sz="2800" dirty="0">
                <a:latin typeface="Bookman Old Style" panose="02050604050505020204" pitchFamily="18" charset="0"/>
              </a:rPr>
              <a:t>	</a:t>
            </a:r>
            <a:r>
              <a:rPr lang="en-IN" sz="2800" u="sng" dirty="0">
                <a:latin typeface="Bookman Old Style" panose="02050604050505020204" pitchFamily="18" charset="0"/>
              </a:rPr>
              <a:t>Tense</a:t>
            </a:r>
            <a:r>
              <a:rPr lang="en-IN" sz="2800" dirty="0">
                <a:latin typeface="Bookman Old Style" panose="02050604050505020204" pitchFamily="18" charset="0"/>
              </a:rPr>
              <a:t>:	</a:t>
            </a:r>
          </a:p>
          <a:p>
            <a:pPr marL="4114800" lvl="8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Bookman Old Style" panose="02050604050505020204" pitchFamily="18" charset="0"/>
              </a:rPr>
              <a:t>If-clause → Present Simple	</a:t>
            </a:r>
          </a:p>
          <a:p>
            <a:pPr marL="4114800" lvl="8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Bookman Old Style" panose="02050604050505020204" pitchFamily="18" charset="0"/>
              </a:rPr>
              <a:t>Main clause → Future Simple (will + verb)</a:t>
            </a:r>
          </a:p>
          <a:p>
            <a:pPr lvl="4"/>
            <a:endParaRPr lang="en-IN" sz="2800" dirty="0">
              <a:latin typeface="Bookman Old Style" panose="02050604050505020204" pitchFamily="18" charset="0"/>
            </a:endParaRPr>
          </a:p>
          <a:p>
            <a:pPr lvl="4"/>
            <a:r>
              <a:rPr lang="en-IN" sz="2800" dirty="0">
                <a:latin typeface="Bookman Old Style" panose="02050604050505020204" pitchFamily="18" charset="0"/>
              </a:rPr>
              <a:t>	</a:t>
            </a:r>
            <a:r>
              <a:rPr lang="en-IN" sz="2800" u="sng" dirty="0">
                <a:latin typeface="Bookman Old Style" panose="02050604050505020204" pitchFamily="18" charset="0"/>
              </a:rPr>
              <a:t>Example:</a:t>
            </a:r>
            <a:r>
              <a:rPr lang="en-IN" sz="2800" dirty="0">
                <a:latin typeface="Bookman Old Style" panose="02050604050505020204" pitchFamily="18" charset="0"/>
              </a:rPr>
              <a:t>	</a:t>
            </a:r>
          </a:p>
          <a:p>
            <a:pPr marL="4114800" lvl="8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Bookman Old Style" panose="02050604050505020204" pitchFamily="18" charset="0"/>
              </a:rPr>
              <a:t>If you study well, you will pass the exam.	</a:t>
            </a:r>
          </a:p>
          <a:p>
            <a:pPr marL="4114800" lvl="8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Bookman Old Style" panose="02050604050505020204" pitchFamily="18" charset="0"/>
              </a:rPr>
              <a:t>If it rains, we will stay at home. </a:t>
            </a:r>
          </a:p>
          <a:p>
            <a:pPr marL="2286000" lvl="4" indent="-457200">
              <a:buFont typeface="Arial" panose="020B0604020202020204" pitchFamily="34" charset="0"/>
              <a:buChar char="•"/>
            </a:pPr>
            <a:endParaRPr lang="en-IN" sz="2800" dirty="0">
              <a:latin typeface="Bookman Old Style" panose="02050604050505020204" pitchFamily="18" charset="0"/>
            </a:endParaRPr>
          </a:p>
          <a:p>
            <a:pPr marL="2286000" lvl="4" indent="-457200">
              <a:buFont typeface="Arial" panose="020B0604020202020204" pitchFamily="34" charset="0"/>
              <a:buChar char="•"/>
            </a:pPr>
            <a:endParaRPr lang="en-IN" sz="2800" dirty="0">
              <a:latin typeface="Bookman Old Style" panose="02050604050505020204" pitchFamily="18" charset="0"/>
            </a:endParaRPr>
          </a:p>
          <a:p>
            <a:pPr marL="2286000" lvl="4" indent="-457200">
              <a:buFont typeface="Arial" panose="020B0604020202020204" pitchFamily="34" charset="0"/>
              <a:buChar char="•"/>
            </a:pPr>
            <a:endParaRPr lang="en-IN" sz="2800" dirty="0">
              <a:latin typeface="Bookman Old Style" panose="02050604050505020204" pitchFamily="18" charset="0"/>
            </a:endParaRPr>
          </a:p>
          <a:p>
            <a:pPr lvl="4"/>
            <a:endParaRPr lang="en-IN" sz="2800" b="1" dirty="0">
              <a:latin typeface="Bookman Old Style" panose="02050604050505020204" pitchFamily="18" charset="0"/>
            </a:endParaRPr>
          </a:p>
          <a:p>
            <a:pPr lvl="4"/>
            <a:r>
              <a:rPr lang="en-IN" sz="2800" b="1" dirty="0">
                <a:latin typeface="Bookman Old Style" panose="02050604050505020204" pitchFamily="18" charset="0"/>
              </a:rPr>
              <a:t>3. </a:t>
            </a:r>
            <a:r>
              <a:rPr lang="en-IN" sz="2800" b="1" u="sng" dirty="0">
                <a:latin typeface="Bookman Old Style" panose="02050604050505020204" pitchFamily="18" charset="0"/>
              </a:rPr>
              <a:t>Second Conditional Use</a:t>
            </a:r>
            <a:r>
              <a:rPr lang="en-IN" sz="2800" b="1" dirty="0">
                <a:latin typeface="Bookman Old Style" panose="02050604050505020204" pitchFamily="18" charset="0"/>
              </a:rPr>
              <a:t>: </a:t>
            </a:r>
            <a:r>
              <a:rPr lang="en-IN" sz="2800" dirty="0">
                <a:latin typeface="Bookman Old Style" panose="02050604050505020204" pitchFamily="18" charset="0"/>
              </a:rPr>
              <a:t>To express imaginary, unlikely, or unreal present situations</a:t>
            </a:r>
          </a:p>
          <a:p>
            <a:pPr lvl="4"/>
            <a:r>
              <a:rPr lang="en-IN" sz="2800" dirty="0">
                <a:latin typeface="Bookman Old Style" panose="02050604050505020204" pitchFamily="18" charset="0"/>
              </a:rPr>
              <a:t>	</a:t>
            </a:r>
            <a:r>
              <a:rPr lang="en-IN" sz="2800" u="sng" dirty="0">
                <a:latin typeface="Bookman Old Style" panose="02050604050505020204" pitchFamily="18" charset="0"/>
              </a:rPr>
              <a:t>Tense:</a:t>
            </a:r>
            <a:r>
              <a:rPr lang="en-IN" sz="2800" dirty="0">
                <a:latin typeface="Bookman Old Style" panose="02050604050505020204" pitchFamily="18" charset="0"/>
              </a:rPr>
              <a:t>	</a:t>
            </a:r>
          </a:p>
          <a:p>
            <a:pPr marL="4114800" lvl="8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Bookman Old Style" panose="02050604050505020204" pitchFamily="18" charset="0"/>
              </a:rPr>
              <a:t>If-clause → Past Simple	</a:t>
            </a:r>
          </a:p>
          <a:p>
            <a:pPr marL="4114800" lvl="8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Bookman Old Style" panose="02050604050505020204" pitchFamily="18" charset="0"/>
              </a:rPr>
              <a:t>Main clause → would + verb</a:t>
            </a:r>
          </a:p>
          <a:p>
            <a:pPr lvl="4"/>
            <a:endParaRPr lang="en-IN" sz="2800" dirty="0">
              <a:latin typeface="Bookman Old Style" panose="02050604050505020204" pitchFamily="18" charset="0"/>
            </a:endParaRPr>
          </a:p>
          <a:p>
            <a:pPr lvl="6"/>
            <a:r>
              <a:rPr lang="en-IN" sz="2800" u="sng" dirty="0">
                <a:latin typeface="Bookman Old Style" panose="02050604050505020204" pitchFamily="18" charset="0"/>
              </a:rPr>
              <a:t>Example:</a:t>
            </a:r>
            <a:r>
              <a:rPr lang="en-IN" sz="2800" dirty="0">
                <a:latin typeface="Bookman Old Style" panose="02050604050505020204" pitchFamily="18" charset="0"/>
              </a:rPr>
              <a:t>	</a:t>
            </a:r>
          </a:p>
          <a:p>
            <a:pPr marL="4114800" lvl="8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Bookman Old Style" panose="02050604050505020204" pitchFamily="18" charset="0"/>
              </a:rPr>
              <a:t>If I were a teacher, I would help every student.	</a:t>
            </a:r>
          </a:p>
          <a:p>
            <a:pPr marL="4114800" lvl="8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Bookman Old Style" panose="02050604050505020204" pitchFamily="18" charset="0"/>
              </a:rPr>
              <a:t>If she had more time, she would learn new skills.</a:t>
            </a:r>
          </a:p>
          <a:p>
            <a:pPr lvl="4"/>
            <a:endParaRPr lang="en-IN" sz="28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1047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C7227353-B007-4FE2-87B1-A660A45020B9}"/>
              </a:ext>
            </a:extLst>
          </p:cNvPr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B746461D-8F85-4BB4-B6D2-AB76732B3E33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E8BADC68-57FD-4C76-BBAE-B6ED50252B72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B3EB5C6D-6C26-404A-9458-E9004EB54A1D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1360C7B0-D8CA-4E65-8D92-AA9AEC52DF9A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2D852E43-AC00-4CA5-951A-4828CF3BF904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11">
            <a:extLst>
              <a:ext uri="{FF2B5EF4-FFF2-40B4-BE49-F238E27FC236}">
                <a16:creationId xmlns:a16="http://schemas.microsoft.com/office/drawing/2014/main" id="{DF58646E-D9C1-421D-8A25-B16DF989211A}"/>
              </a:ext>
            </a:extLst>
          </p:cNvPr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9BD7FFE3-B573-41CD-B378-D13778A300AF}"/>
              </a:ext>
            </a:extLst>
          </p:cNvPr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3">
            <a:extLst>
              <a:ext uri="{FF2B5EF4-FFF2-40B4-BE49-F238E27FC236}">
                <a16:creationId xmlns:a16="http://schemas.microsoft.com/office/drawing/2014/main" id="{8965DD5D-3FB2-4E09-9D5E-519BD4308698}"/>
              </a:ext>
            </a:extLst>
          </p:cNvPr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CE57D7A1-E049-42C1-8D2D-BB10A1B46CD3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5">
              <a:extLst>
                <a:ext uri="{FF2B5EF4-FFF2-40B4-BE49-F238E27FC236}">
                  <a16:creationId xmlns:a16="http://schemas.microsoft.com/office/drawing/2014/main" id="{73AF4D1E-95A1-43FC-BB03-1B80DDD4D20A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D6DAF9B-D152-4AB3-B754-B2A2981086E3}"/>
              </a:ext>
            </a:extLst>
          </p:cNvPr>
          <p:cNvSpPr txBox="1"/>
          <p:nvPr/>
        </p:nvSpPr>
        <p:spPr>
          <a:xfrm>
            <a:off x="-1364618" y="476119"/>
            <a:ext cx="1805940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8"/>
            <a:r>
              <a:rPr lang="en-IN" sz="2800" b="1" dirty="0">
                <a:latin typeface="Bookman Old Style" panose="02050604050505020204" pitchFamily="18" charset="0"/>
              </a:rPr>
              <a:t>4. </a:t>
            </a:r>
            <a:r>
              <a:rPr lang="en-IN" sz="2800" b="1" u="sng" dirty="0">
                <a:latin typeface="Bookman Old Style" panose="02050604050505020204" pitchFamily="18" charset="0"/>
              </a:rPr>
              <a:t>Third Conditional Use: </a:t>
            </a:r>
            <a:r>
              <a:rPr lang="en-IN" sz="2800" dirty="0">
                <a:latin typeface="Bookman Old Style" panose="02050604050505020204" pitchFamily="18" charset="0"/>
              </a:rPr>
              <a:t>To express unreal or imaginary situations in the past (often regret)</a:t>
            </a:r>
          </a:p>
          <a:p>
            <a:pPr lvl="8"/>
            <a:endParaRPr lang="en-IN" sz="2800" dirty="0">
              <a:latin typeface="Bookman Old Style" panose="02050604050505020204" pitchFamily="18" charset="0"/>
            </a:endParaRPr>
          </a:p>
          <a:p>
            <a:pPr lvl="8"/>
            <a:r>
              <a:rPr lang="en-IN" sz="2800" u="sng" dirty="0">
                <a:latin typeface="Bookman Old Style" panose="02050604050505020204" pitchFamily="18" charset="0"/>
              </a:rPr>
              <a:t>Tense:</a:t>
            </a:r>
            <a:r>
              <a:rPr lang="en-IN" sz="2800" dirty="0">
                <a:latin typeface="Bookman Old Style" panose="02050604050505020204" pitchFamily="18" charset="0"/>
              </a:rPr>
              <a:t>	</a:t>
            </a:r>
          </a:p>
          <a:p>
            <a:pPr lvl="8"/>
            <a:endParaRPr lang="en-IN" sz="2800" dirty="0">
              <a:latin typeface="Bookman Old Style" panose="02050604050505020204" pitchFamily="18" charset="0"/>
            </a:endParaRPr>
          </a:p>
          <a:p>
            <a:pPr marL="4114800" lvl="8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Bookman Old Style" panose="02050604050505020204" pitchFamily="18" charset="0"/>
              </a:rPr>
              <a:t>If-clause → Past Perfect	</a:t>
            </a:r>
          </a:p>
          <a:p>
            <a:pPr marL="4114800" lvl="8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Bookman Old Style" panose="02050604050505020204" pitchFamily="18" charset="0"/>
              </a:rPr>
              <a:t>Main clause → would have + past participle</a:t>
            </a:r>
          </a:p>
          <a:p>
            <a:pPr marL="4114800" lvl="8" indent="-457200">
              <a:buFont typeface="Arial" panose="020B0604020202020204" pitchFamily="34" charset="0"/>
              <a:buChar char="•"/>
            </a:pPr>
            <a:endParaRPr lang="en-IN" sz="2800" dirty="0">
              <a:latin typeface="Bookman Old Style" panose="02050604050505020204" pitchFamily="18" charset="0"/>
            </a:endParaRPr>
          </a:p>
          <a:p>
            <a:pPr lvl="8"/>
            <a:r>
              <a:rPr lang="en-IN" sz="2800" u="sng" dirty="0">
                <a:latin typeface="Bookman Old Style" panose="02050604050505020204" pitchFamily="18" charset="0"/>
              </a:rPr>
              <a:t>Example:</a:t>
            </a:r>
            <a:r>
              <a:rPr lang="en-IN" sz="2800" dirty="0">
                <a:latin typeface="Bookman Old Style" panose="02050604050505020204" pitchFamily="18" charset="0"/>
              </a:rPr>
              <a:t>	</a:t>
            </a:r>
          </a:p>
          <a:p>
            <a:pPr lvl="8"/>
            <a:endParaRPr lang="en-IN" sz="2800" dirty="0">
              <a:latin typeface="Bookman Old Style" panose="02050604050505020204" pitchFamily="18" charset="0"/>
            </a:endParaRPr>
          </a:p>
          <a:p>
            <a:pPr marL="4114800" lvl="8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Bookman Old Style" panose="02050604050505020204" pitchFamily="18" charset="0"/>
              </a:rPr>
              <a:t>If he had studied harder, he would have passed the exam. </a:t>
            </a:r>
          </a:p>
          <a:p>
            <a:pPr marL="4114800" lvl="8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Bookman Old Style" panose="02050604050505020204" pitchFamily="18" charset="0"/>
              </a:rPr>
              <a:t>If we had left earlier, we would have reached on time</a:t>
            </a:r>
          </a:p>
          <a:p>
            <a:pPr lvl="8"/>
            <a:endParaRPr lang="en-IN" sz="2800" dirty="0">
              <a:latin typeface="Bookman Old Style" panose="02050604050505020204" pitchFamily="18" charset="0"/>
            </a:endParaRPr>
          </a:p>
          <a:p>
            <a:pPr lvl="8"/>
            <a:endParaRPr lang="en-IN" sz="28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481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50481" y="4013348"/>
            <a:ext cx="12387037" cy="2031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41"/>
              </a:lnSpc>
            </a:pPr>
            <a:r>
              <a:rPr lang="en-US" sz="11886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THANK YOU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7" name="Picture 1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FE2FC792-99E7-42EF-A31C-33578471B8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4163" y="2400300"/>
            <a:ext cx="9899672" cy="569617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71F8B18-55CC-0987-F33C-BC8A0A141D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0" y="6605684"/>
            <a:ext cx="2663835" cy="14984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578</TotalTime>
  <Words>1364</Words>
  <Application>Microsoft Office PowerPoint</Application>
  <PresentationFormat>Custom</PresentationFormat>
  <Paragraphs>204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6" baseType="lpstr">
      <vt:lpstr>Century Gothic Paneuropean Bold</vt:lpstr>
      <vt:lpstr>Courier New</vt:lpstr>
      <vt:lpstr>Calibri</vt:lpstr>
      <vt:lpstr>Algerian</vt:lpstr>
      <vt:lpstr>Century Gothic Paneuropean</vt:lpstr>
      <vt:lpstr>Cooper Black</vt:lpstr>
      <vt:lpstr>Wingdings</vt:lpstr>
      <vt:lpstr>Ink Free</vt:lpstr>
      <vt:lpstr>Arial</vt:lpstr>
      <vt:lpstr>Bookman Old Style</vt:lpstr>
      <vt:lpstr>Bell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Yellow Modern Minimalist Elegant Presentation</dc:title>
  <cp:lastModifiedBy>rosh patel</cp:lastModifiedBy>
  <cp:revision>20</cp:revision>
  <dcterms:created xsi:type="dcterms:W3CDTF">2006-08-16T00:00:00Z</dcterms:created>
  <dcterms:modified xsi:type="dcterms:W3CDTF">2026-02-18T07:38:51Z</dcterms:modified>
  <dc:identifier>DAG7OIN1_YQ</dc:identifier>
</cp:coreProperties>
</file>